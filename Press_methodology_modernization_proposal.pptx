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handoutMasterIdLst>
    <p:handoutMasterId r:id="rId28"/>
  </p:handoutMasterIdLst>
  <p:sldIdLst>
    <p:sldId id="257" r:id="rId5"/>
    <p:sldId id="394" r:id="rId6"/>
    <p:sldId id="397" r:id="rId7"/>
    <p:sldId id="402" r:id="rId8"/>
    <p:sldId id="371" r:id="rId9"/>
    <p:sldId id="403" r:id="rId10"/>
    <p:sldId id="395" r:id="rId11"/>
    <p:sldId id="370" r:id="rId12"/>
    <p:sldId id="396" r:id="rId13"/>
    <p:sldId id="404" r:id="rId14"/>
    <p:sldId id="393" r:id="rId15"/>
    <p:sldId id="376" r:id="rId16"/>
    <p:sldId id="399" r:id="rId17"/>
    <p:sldId id="401" r:id="rId18"/>
    <p:sldId id="406" r:id="rId19"/>
    <p:sldId id="407" r:id="rId20"/>
    <p:sldId id="398" r:id="rId21"/>
    <p:sldId id="392" r:id="rId22"/>
    <p:sldId id="387" r:id="rId23"/>
    <p:sldId id="408" r:id="rId24"/>
    <p:sldId id="405" r:id="rId25"/>
    <p:sldId id="38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93" userDrawn="1">
          <p15:clr>
            <a:srgbClr val="A4A3A4"/>
          </p15:clr>
        </p15:guide>
        <p15:guide id="2" pos="665" userDrawn="1">
          <p15:clr>
            <a:srgbClr val="A4A3A4"/>
          </p15:clr>
        </p15:guide>
        <p15:guide id="3" pos="5881" userDrawn="1">
          <p15:clr>
            <a:srgbClr val="A4A3A4"/>
          </p15:clr>
        </p15:guide>
        <p15:guide id="4"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SRA Archita, SDD/P21" initials="MAS" lastIdx="1" clrIdx="0">
    <p:extLst>
      <p:ext uri="{19B8F6BF-5375-455C-9EA6-DF929625EA0E}">
        <p15:presenceInfo xmlns:p15="http://schemas.microsoft.com/office/powerpoint/2012/main" userId="S-1-5-21-2146598497-832928401-1254845835-19515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DEDB"/>
    <a:srgbClr val="F7D6D1"/>
    <a:srgbClr val="EDEDED"/>
    <a:srgbClr val="E7EFF0"/>
    <a:srgbClr val="EFF4FB"/>
    <a:srgbClr val="BCD0EE"/>
    <a:srgbClr val="7C7C7C"/>
    <a:srgbClr val="149E9D"/>
    <a:srgbClr val="FFFF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7" d="100"/>
          <a:sy n="107" d="100"/>
        </p:scale>
        <p:origin x="681" y="39"/>
      </p:cViewPr>
      <p:guideLst>
        <p:guide orient="horz" pos="1593"/>
        <p:guide pos="665"/>
        <p:guide pos="5881"/>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annes Abele" userId="464195223dcae84f" providerId="LiveId" clId="{6CFBFCE7-F3C7-4315-8018-1954D3E0369D}"/>
    <pc:docChg chg="custSel modSld">
      <pc:chgData name="Johannes Abele" userId="464195223dcae84f" providerId="LiveId" clId="{6CFBFCE7-F3C7-4315-8018-1954D3E0369D}" dt="2025-02-27T15:52:59.345" v="186" actId="20577"/>
      <pc:docMkLst>
        <pc:docMk/>
      </pc:docMkLst>
      <pc:sldChg chg="modSp mod">
        <pc:chgData name="Johannes Abele" userId="464195223dcae84f" providerId="LiveId" clId="{6CFBFCE7-F3C7-4315-8018-1954D3E0369D}" dt="2025-02-27T15:42:58.256" v="36" actId="1076"/>
        <pc:sldMkLst>
          <pc:docMk/>
          <pc:sldMk cId="1050031534" sldId="257"/>
        </pc:sldMkLst>
        <pc:spChg chg="mod">
          <ac:chgData name="Johannes Abele" userId="464195223dcae84f" providerId="LiveId" clId="{6CFBFCE7-F3C7-4315-8018-1954D3E0369D}" dt="2025-02-27T15:42:53.908" v="35" actId="20577"/>
          <ac:spMkLst>
            <pc:docMk/>
            <pc:sldMk cId="1050031534" sldId="257"/>
            <ac:spMk id="4" creationId="{00000000-0000-0000-0000-000000000000}"/>
          </ac:spMkLst>
        </pc:spChg>
        <pc:spChg chg="mod">
          <ac:chgData name="Johannes Abele" userId="464195223dcae84f" providerId="LiveId" clId="{6CFBFCE7-F3C7-4315-8018-1954D3E0369D}" dt="2025-02-27T15:42:58.256" v="36" actId="1076"/>
          <ac:spMkLst>
            <pc:docMk/>
            <pc:sldMk cId="1050031534" sldId="257"/>
            <ac:spMk id="6" creationId="{00000000-0000-0000-0000-000000000000}"/>
          </ac:spMkLst>
        </pc:spChg>
      </pc:sldChg>
      <pc:sldChg chg="addSp delSp modSp mod">
        <pc:chgData name="Johannes Abele" userId="464195223dcae84f" providerId="LiveId" clId="{6CFBFCE7-F3C7-4315-8018-1954D3E0369D}" dt="2025-02-27T15:52:59.345" v="186" actId="20577"/>
        <pc:sldMkLst>
          <pc:docMk/>
          <pc:sldMk cId="2613744317" sldId="370"/>
        </pc:sldMkLst>
        <pc:spChg chg="add mod">
          <ac:chgData name="Johannes Abele" userId="464195223dcae84f" providerId="LiveId" clId="{6CFBFCE7-F3C7-4315-8018-1954D3E0369D}" dt="2025-02-27T15:52:59.345" v="186" actId="20577"/>
          <ac:spMkLst>
            <pc:docMk/>
            <pc:sldMk cId="2613744317" sldId="370"/>
            <ac:spMk id="4" creationId="{09FD5394-B347-6A7F-091E-268D13450794}"/>
          </ac:spMkLst>
        </pc:spChg>
        <pc:spChg chg="mod">
          <ac:chgData name="Johannes Abele" userId="464195223dcae84f" providerId="LiveId" clId="{6CFBFCE7-F3C7-4315-8018-1954D3E0369D}" dt="2025-02-27T15:43:07.423" v="54" actId="20577"/>
          <ac:spMkLst>
            <pc:docMk/>
            <pc:sldMk cId="2613744317" sldId="370"/>
            <ac:spMk id="5" creationId="{00000000-0000-0000-0000-000000000000}"/>
          </ac:spMkLst>
        </pc:spChg>
      </pc:sldChg>
    </pc:docChg>
  </pc:docChgLst>
  <pc:docChgLst>
    <pc:chgData name="Johannes Abele" userId="464195223dcae84f" providerId="LiveId" clId="{A1EDBAED-188D-40D8-9ED2-B9706FF80646}"/>
    <pc:docChg chg="modSld">
      <pc:chgData name="Johannes Abele" userId="464195223dcae84f" providerId="LiveId" clId="{A1EDBAED-188D-40D8-9ED2-B9706FF80646}" dt="2024-11-29T14:56:34.980" v="349" actId="14100"/>
      <pc:docMkLst>
        <pc:docMk/>
      </pc:docMkLst>
      <pc:sldChg chg="modSp mod">
        <pc:chgData name="Johannes Abele" userId="464195223dcae84f" providerId="LiveId" clId="{A1EDBAED-188D-40D8-9ED2-B9706FF80646}" dt="2024-11-29T14:45:33.442" v="10" actId="20577"/>
        <pc:sldMkLst>
          <pc:docMk/>
          <pc:sldMk cId="2921522425" sldId="373"/>
        </pc:sldMkLst>
      </pc:sldChg>
      <pc:sldChg chg="modSp mod">
        <pc:chgData name="Johannes Abele" userId="464195223dcae84f" providerId="LiveId" clId="{A1EDBAED-188D-40D8-9ED2-B9706FF80646}" dt="2024-11-29T14:54:15.863" v="247" actId="20577"/>
        <pc:sldMkLst>
          <pc:docMk/>
          <pc:sldMk cId="701218262" sldId="374"/>
        </pc:sldMkLst>
      </pc:sldChg>
      <pc:sldChg chg="modSp mod">
        <pc:chgData name="Johannes Abele" userId="464195223dcae84f" providerId="LiveId" clId="{A1EDBAED-188D-40D8-9ED2-B9706FF80646}" dt="2024-11-29T14:28:34.452" v="1" actId="20577"/>
        <pc:sldMkLst>
          <pc:docMk/>
          <pc:sldMk cId="3623824763" sldId="375"/>
        </pc:sldMkLst>
      </pc:sldChg>
      <pc:sldChg chg="addSp modSp mod">
        <pc:chgData name="Johannes Abele" userId="464195223dcae84f" providerId="LiveId" clId="{A1EDBAED-188D-40D8-9ED2-B9706FF80646}" dt="2024-11-29T14:56:34.980" v="349" actId="14100"/>
        <pc:sldMkLst>
          <pc:docMk/>
          <pc:sldMk cId="3497140579" sldId="386"/>
        </pc:sldMkLst>
      </pc:sldChg>
    </pc:docChg>
  </pc:docChgLst>
  <pc:docChgLst>
    <pc:chgData name="Johannes Abele" userId="464195223dcae84f" providerId="LiveId" clId="{7ED637F5-E0B0-43E8-854D-C04BEEB0229A}"/>
    <pc:docChg chg="undo custSel modSld">
      <pc:chgData name="Johannes Abele" userId="464195223dcae84f" providerId="LiveId" clId="{7ED637F5-E0B0-43E8-854D-C04BEEB0229A}" dt="2024-05-29T16:46:17.881" v="60" actId="20577"/>
      <pc:docMkLst>
        <pc:docMk/>
      </pc:docMkLst>
      <pc:sldChg chg="modSp mod">
        <pc:chgData name="Johannes Abele" userId="464195223dcae84f" providerId="LiveId" clId="{7ED637F5-E0B0-43E8-854D-C04BEEB0229A}" dt="2024-05-29T16:46:17.881" v="60" actId="20577"/>
        <pc:sldMkLst>
          <pc:docMk/>
          <pc:sldMk cId="1050031534" sldId="257"/>
        </pc:sldMkLst>
      </pc:sldChg>
    </pc:docChg>
  </pc:docChgLst>
  <pc:docChgLst>
    <pc:chgData name="Johannes Abele" userId="464195223dcae84f" providerId="LiveId" clId="{F0BFFC80-4032-406C-8B52-1F06C522CCDA}"/>
    <pc:docChg chg="undo custSel addSld delSld modSld sldOrd">
      <pc:chgData name="Johannes Abele" userId="464195223dcae84f" providerId="LiveId" clId="{F0BFFC80-4032-406C-8B52-1F06C522CCDA}" dt="2025-04-11T14:35:52.199" v="11833" actId="20577"/>
      <pc:docMkLst>
        <pc:docMk/>
      </pc:docMkLst>
      <pc:sldChg chg="modSp mod ord">
        <pc:chgData name="Johannes Abele" userId="464195223dcae84f" providerId="LiveId" clId="{F0BFFC80-4032-406C-8B52-1F06C522CCDA}" dt="2025-04-11T09:58:34.531" v="4018" actId="20577"/>
        <pc:sldMkLst>
          <pc:docMk/>
          <pc:sldMk cId="2613744317" sldId="370"/>
        </pc:sldMkLst>
        <pc:spChg chg="mod">
          <ac:chgData name="Johannes Abele" userId="464195223dcae84f" providerId="LiveId" clId="{F0BFFC80-4032-406C-8B52-1F06C522CCDA}" dt="2025-04-11T09:58:34.531" v="4018" actId="20577"/>
          <ac:spMkLst>
            <pc:docMk/>
            <pc:sldMk cId="2613744317" sldId="370"/>
            <ac:spMk id="4" creationId="{09FD5394-B347-6A7F-091E-268D13450794}"/>
          </ac:spMkLst>
        </pc:spChg>
        <pc:spChg chg="mod">
          <ac:chgData name="Johannes Abele" userId="464195223dcae84f" providerId="LiveId" clId="{F0BFFC80-4032-406C-8B52-1F06C522CCDA}" dt="2025-04-10T12:39:37.461" v="348" actId="20577"/>
          <ac:spMkLst>
            <pc:docMk/>
            <pc:sldMk cId="2613744317" sldId="370"/>
            <ac:spMk id="5" creationId="{00000000-0000-0000-0000-000000000000}"/>
          </ac:spMkLst>
        </pc:spChg>
      </pc:sldChg>
      <pc:sldChg chg="addSp delSp modSp mod ord">
        <pc:chgData name="Johannes Abele" userId="464195223dcae84f" providerId="LiveId" clId="{F0BFFC80-4032-406C-8B52-1F06C522CCDA}" dt="2025-04-11T14:08:21.359" v="11495" actId="1076"/>
        <pc:sldMkLst>
          <pc:docMk/>
          <pc:sldMk cId="624961153" sldId="371"/>
        </pc:sldMkLst>
        <pc:spChg chg="mod">
          <ac:chgData name="Johannes Abele" userId="464195223dcae84f" providerId="LiveId" clId="{F0BFFC80-4032-406C-8B52-1F06C522CCDA}" dt="2025-04-10T12:39:26.427" v="342" actId="20577"/>
          <ac:spMkLst>
            <pc:docMk/>
            <pc:sldMk cId="624961153" sldId="371"/>
            <ac:spMk id="2" creationId="{6664AA7F-0966-67AB-EF9B-D872855B4B54}"/>
          </ac:spMkLst>
        </pc:spChg>
        <pc:spChg chg="del">
          <ac:chgData name="Johannes Abele" userId="464195223dcae84f" providerId="LiveId" clId="{F0BFFC80-4032-406C-8B52-1F06C522CCDA}" dt="2025-04-10T13:02:33.581" v="1468" actId="478"/>
          <ac:spMkLst>
            <pc:docMk/>
            <pc:sldMk cId="624961153" sldId="371"/>
            <ac:spMk id="3" creationId="{F1566A32-7364-50BC-E86C-037FD81E7469}"/>
          </ac:spMkLst>
        </pc:spChg>
        <pc:spChg chg="del">
          <ac:chgData name="Johannes Abele" userId="464195223dcae84f" providerId="LiveId" clId="{F0BFFC80-4032-406C-8B52-1F06C522CCDA}" dt="2025-04-10T13:02:33.010" v="1467" actId="478"/>
          <ac:spMkLst>
            <pc:docMk/>
            <pc:sldMk cId="624961153" sldId="371"/>
            <ac:spMk id="5" creationId="{A5D1632C-297F-18F4-E242-66282B83D0FF}"/>
          </ac:spMkLst>
        </pc:spChg>
        <pc:spChg chg="del">
          <ac:chgData name="Johannes Abele" userId="464195223dcae84f" providerId="LiveId" clId="{F0BFFC80-4032-406C-8B52-1F06C522CCDA}" dt="2025-04-10T13:02:33.010" v="1467" actId="478"/>
          <ac:spMkLst>
            <pc:docMk/>
            <pc:sldMk cId="624961153" sldId="371"/>
            <ac:spMk id="6" creationId="{6586447B-AEC7-DC1D-BAD1-032BE9D688DB}"/>
          </ac:spMkLst>
        </pc:spChg>
        <pc:spChg chg="add mod">
          <ac:chgData name="Johannes Abele" userId="464195223dcae84f" providerId="LiveId" clId="{F0BFFC80-4032-406C-8B52-1F06C522CCDA}" dt="2025-04-11T14:06:54.700" v="11397" actId="1076"/>
          <ac:spMkLst>
            <pc:docMk/>
            <pc:sldMk cId="624961153" sldId="371"/>
            <ac:spMk id="7" creationId="{747FE4BF-5D83-3EB1-766B-BD87B3EB2BB1}"/>
          </ac:spMkLst>
        </pc:spChg>
        <pc:spChg chg="del">
          <ac:chgData name="Johannes Abele" userId="464195223dcae84f" providerId="LiveId" clId="{F0BFFC80-4032-406C-8B52-1F06C522CCDA}" dt="2025-04-10T13:02:34.979" v="1469" actId="478"/>
          <ac:spMkLst>
            <pc:docMk/>
            <pc:sldMk cId="624961153" sldId="371"/>
            <ac:spMk id="8" creationId="{FEC7D262-58E8-66FD-6DA5-F2A15AF52340}"/>
          </ac:spMkLst>
        </pc:spChg>
        <pc:spChg chg="del">
          <ac:chgData name="Johannes Abele" userId="464195223dcae84f" providerId="LiveId" clId="{F0BFFC80-4032-406C-8B52-1F06C522CCDA}" dt="2025-04-10T13:02:33.010" v="1467" actId="478"/>
          <ac:spMkLst>
            <pc:docMk/>
            <pc:sldMk cId="624961153" sldId="371"/>
            <ac:spMk id="9" creationId="{0C69925D-90CB-2229-CE3B-387DA1868C96}"/>
          </ac:spMkLst>
        </pc:spChg>
        <pc:spChg chg="del">
          <ac:chgData name="Johannes Abele" userId="464195223dcae84f" providerId="LiveId" clId="{F0BFFC80-4032-406C-8B52-1F06C522CCDA}" dt="2025-04-10T13:02:33.010" v="1467" actId="478"/>
          <ac:spMkLst>
            <pc:docMk/>
            <pc:sldMk cId="624961153" sldId="371"/>
            <ac:spMk id="10" creationId="{15E15CDD-0D6D-3316-4F9F-ED817B09A496}"/>
          </ac:spMkLst>
        </pc:spChg>
        <pc:spChg chg="del mod">
          <ac:chgData name="Johannes Abele" userId="464195223dcae84f" providerId="LiveId" clId="{F0BFFC80-4032-406C-8B52-1F06C522CCDA}" dt="2025-04-10T13:02:30.164" v="1466" actId="478"/>
          <ac:spMkLst>
            <pc:docMk/>
            <pc:sldMk cId="624961153" sldId="371"/>
            <ac:spMk id="12" creationId="{876DC3BC-9729-6047-D471-A6572EE01FE6}"/>
          </ac:spMkLst>
        </pc:spChg>
        <pc:spChg chg="add mod ord">
          <ac:chgData name="Johannes Abele" userId="464195223dcae84f" providerId="LiveId" clId="{F0BFFC80-4032-406C-8B52-1F06C522CCDA}" dt="2025-04-11T14:07:50.975" v="11446" actId="20577"/>
          <ac:spMkLst>
            <pc:docMk/>
            <pc:sldMk cId="624961153" sldId="371"/>
            <ac:spMk id="13" creationId="{59828542-0C96-2612-8F9E-65CE28C8EE8D}"/>
          </ac:spMkLst>
        </pc:spChg>
        <pc:spChg chg="add mod">
          <ac:chgData name="Johannes Abele" userId="464195223dcae84f" providerId="LiveId" clId="{F0BFFC80-4032-406C-8B52-1F06C522CCDA}" dt="2025-04-11T14:08:07.671" v="11493" actId="20577"/>
          <ac:spMkLst>
            <pc:docMk/>
            <pc:sldMk cId="624961153" sldId="371"/>
            <ac:spMk id="14" creationId="{4E29F224-A5E8-3E1A-82D6-C796A844A956}"/>
          </ac:spMkLst>
        </pc:spChg>
        <pc:spChg chg="del">
          <ac:chgData name="Johannes Abele" userId="464195223dcae84f" providerId="LiveId" clId="{F0BFFC80-4032-406C-8B52-1F06C522CCDA}" dt="2025-04-10T13:02:33.010" v="1467" actId="478"/>
          <ac:spMkLst>
            <pc:docMk/>
            <pc:sldMk cId="624961153" sldId="371"/>
            <ac:spMk id="19" creationId="{2477F984-D4F3-F864-ECA4-7A03B7A064DF}"/>
          </ac:spMkLst>
        </pc:spChg>
        <pc:spChg chg="del mod">
          <ac:chgData name="Johannes Abele" userId="464195223dcae84f" providerId="LiveId" clId="{F0BFFC80-4032-406C-8B52-1F06C522CCDA}" dt="2025-04-10T13:02:37.963" v="1471" actId="478"/>
          <ac:spMkLst>
            <pc:docMk/>
            <pc:sldMk cId="624961153" sldId="371"/>
            <ac:spMk id="22" creationId="{E00C61F5-9C6C-CAD0-A42E-0ABB28671A70}"/>
          </ac:spMkLst>
        </pc:spChg>
        <pc:picChg chg="add mod">
          <ac:chgData name="Johannes Abele" userId="464195223dcae84f" providerId="LiveId" clId="{F0BFFC80-4032-406C-8B52-1F06C522CCDA}" dt="2025-04-11T14:07:54.531" v="11447" actId="1076"/>
          <ac:picMkLst>
            <pc:docMk/>
            <pc:sldMk cId="624961153" sldId="371"/>
            <ac:picMk id="5" creationId="{608D796D-FF23-0D2A-EA5F-3B4EEC49106F}"/>
          </ac:picMkLst>
        </pc:picChg>
        <pc:picChg chg="add del mod">
          <ac:chgData name="Johannes Abele" userId="464195223dcae84f" providerId="LiveId" clId="{F0BFFC80-4032-406C-8B52-1F06C522CCDA}" dt="2025-04-11T09:20:36.482" v="3091" actId="478"/>
          <ac:picMkLst>
            <pc:docMk/>
            <pc:sldMk cId="624961153" sldId="371"/>
            <ac:picMk id="8" creationId="{B64A9EA0-97B6-987E-0FBA-228E71315D37}"/>
          </ac:picMkLst>
        </pc:picChg>
        <pc:picChg chg="add del mod">
          <ac:chgData name="Johannes Abele" userId="464195223dcae84f" providerId="LiveId" clId="{F0BFFC80-4032-406C-8B52-1F06C522CCDA}" dt="2025-04-11T09:24:49.117" v="3100" actId="478"/>
          <ac:picMkLst>
            <pc:docMk/>
            <pc:sldMk cId="624961153" sldId="371"/>
            <ac:picMk id="10" creationId="{5700A666-7DC0-9634-6DA8-C222328B26D7}"/>
          </ac:picMkLst>
        </pc:picChg>
        <pc:picChg chg="del">
          <ac:chgData name="Johannes Abele" userId="464195223dcae84f" providerId="LiveId" clId="{F0BFFC80-4032-406C-8B52-1F06C522CCDA}" dt="2025-04-10T13:02:28.849" v="1464" actId="478"/>
          <ac:picMkLst>
            <pc:docMk/>
            <pc:sldMk cId="624961153" sldId="371"/>
            <ac:picMk id="11" creationId="{92678B99-6940-DD15-6FB6-E666AEC7A057}"/>
          </ac:picMkLst>
        </pc:picChg>
        <pc:picChg chg="add mod modCrop">
          <ac:chgData name="Johannes Abele" userId="464195223dcae84f" providerId="LiveId" clId="{F0BFFC80-4032-406C-8B52-1F06C522CCDA}" dt="2025-04-11T14:08:21.359" v="11495" actId="1076"/>
          <ac:picMkLst>
            <pc:docMk/>
            <pc:sldMk cId="624961153" sldId="371"/>
            <ac:picMk id="12" creationId="{84FF472E-6052-8E4D-EA0D-CCDD48A79F2B}"/>
          </ac:picMkLst>
        </pc:picChg>
        <pc:picChg chg="add mod">
          <ac:chgData name="Johannes Abele" userId="464195223dcae84f" providerId="LiveId" clId="{F0BFFC80-4032-406C-8B52-1F06C522CCDA}" dt="2025-04-11T14:06:53.275" v="11396" actId="1076"/>
          <ac:picMkLst>
            <pc:docMk/>
            <pc:sldMk cId="624961153" sldId="371"/>
            <ac:picMk id="20" creationId="{8DBB6403-54CB-FBA1-7D7B-7D980F9DFEEC}"/>
          </ac:picMkLst>
        </pc:picChg>
      </pc:sldChg>
      <pc:sldChg chg="addSp delSp modSp mod">
        <pc:chgData name="Johannes Abele" userId="464195223dcae84f" providerId="LiveId" clId="{F0BFFC80-4032-406C-8B52-1F06C522CCDA}" dt="2025-04-11T12:59:26.071" v="8827" actId="1076"/>
        <pc:sldMkLst>
          <pc:docMk/>
          <pc:sldMk cId="4069746731" sldId="376"/>
        </pc:sldMkLst>
        <pc:spChg chg="mod">
          <ac:chgData name="Johannes Abele" userId="464195223dcae84f" providerId="LiveId" clId="{F0BFFC80-4032-406C-8B52-1F06C522CCDA}" dt="2025-04-09T08:23:04.316" v="121" actId="20577"/>
          <ac:spMkLst>
            <pc:docMk/>
            <pc:sldMk cId="4069746731" sldId="376"/>
            <ac:spMk id="5" creationId="{0522BD1C-98D2-7237-6429-0079641DE2BF}"/>
          </ac:spMkLst>
        </pc:spChg>
        <pc:spChg chg="add mod">
          <ac:chgData name="Johannes Abele" userId="464195223dcae84f" providerId="LiveId" clId="{F0BFFC80-4032-406C-8B52-1F06C522CCDA}" dt="2025-04-11T12:59:26.071" v="8827" actId="1076"/>
          <ac:spMkLst>
            <pc:docMk/>
            <pc:sldMk cId="4069746731" sldId="376"/>
            <ac:spMk id="6" creationId="{C9F3D5B7-77E3-2BBD-6250-D2586E57C832}"/>
          </ac:spMkLst>
        </pc:spChg>
        <pc:spChg chg="del">
          <ac:chgData name="Johannes Abele" userId="464195223dcae84f" providerId="LiveId" clId="{F0BFFC80-4032-406C-8B52-1F06C522CCDA}" dt="2025-04-10T14:54:50.535" v="2479" actId="478"/>
          <ac:spMkLst>
            <pc:docMk/>
            <pc:sldMk cId="4069746731" sldId="376"/>
            <ac:spMk id="8" creationId="{799AA585-1E99-DA2C-5862-3E476CB81C91}"/>
          </ac:spMkLst>
        </pc:spChg>
        <pc:spChg chg="del">
          <ac:chgData name="Johannes Abele" userId="464195223dcae84f" providerId="LiveId" clId="{F0BFFC80-4032-406C-8B52-1F06C522CCDA}" dt="2025-04-10T14:54:50.535" v="2479" actId="478"/>
          <ac:spMkLst>
            <pc:docMk/>
            <pc:sldMk cId="4069746731" sldId="376"/>
            <ac:spMk id="9" creationId="{1C4F889A-7771-CB30-9F9D-6A475BA83CD7}"/>
          </ac:spMkLst>
        </pc:spChg>
        <pc:spChg chg="del">
          <ac:chgData name="Johannes Abele" userId="464195223dcae84f" providerId="LiveId" clId="{F0BFFC80-4032-406C-8B52-1F06C522CCDA}" dt="2025-04-10T14:54:50.535" v="2479" actId="478"/>
          <ac:spMkLst>
            <pc:docMk/>
            <pc:sldMk cId="4069746731" sldId="376"/>
            <ac:spMk id="10" creationId="{A191ABAB-7ED1-6782-2BBC-071EA4E5F72D}"/>
          </ac:spMkLst>
        </pc:spChg>
        <pc:spChg chg="del">
          <ac:chgData name="Johannes Abele" userId="464195223dcae84f" providerId="LiveId" clId="{F0BFFC80-4032-406C-8B52-1F06C522CCDA}" dt="2025-04-10T14:54:50.535" v="2479" actId="478"/>
          <ac:spMkLst>
            <pc:docMk/>
            <pc:sldMk cId="4069746731" sldId="376"/>
            <ac:spMk id="13" creationId="{EB2B0077-1B7D-2E42-5D70-C4CE6BB5F107}"/>
          </ac:spMkLst>
        </pc:spChg>
        <pc:spChg chg="del">
          <ac:chgData name="Johannes Abele" userId="464195223dcae84f" providerId="LiveId" clId="{F0BFFC80-4032-406C-8B52-1F06C522CCDA}" dt="2025-04-10T14:54:50.535" v="2479" actId="478"/>
          <ac:spMkLst>
            <pc:docMk/>
            <pc:sldMk cId="4069746731" sldId="376"/>
            <ac:spMk id="14" creationId="{E0EE2763-9E77-FC83-903B-F77A74EDFAD8}"/>
          </ac:spMkLst>
        </pc:spChg>
        <pc:spChg chg="del">
          <ac:chgData name="Johannes Abele" userId="464195223dcae84f" providerId="LiveId" clId="{F0BFFC80-4032-406C-8B52-1F06C522CCDA}" dt="2025-04-10T14:54:50.535" v="2479" actId="478"/>
          <ac:spMkLst>
            <pc:docMk/>
            <pc:sldMk cId="4069746731" sldId="376"/>
            <ac:spMk id="15" creationId="{F974D370-170E-BB52-2CAC-40BBBE63EAD8}"/>
          </ac:spMkLst>
        </pc:spChg>
        <pc:spChg chg="del">
          <ac:chgData name="Johannes Abele" userId="464195223dcae84f" providerId="LiveId" clId="{F0BFFC80-4032-406C-8B52-1F06C522CCDA}" dt="2025-04-10T14:54:50.535" v="2479" actId="478"/>
          <ac:spMkLst>
            <pc:docMk/>
            <pc:sldMk cId="4069746731" sldId="376"/>
            <ac:spMk id="16" creationId="{F215F573-F85F-A4B7-1508-81D217F072FC}"/>
          </ac:spMkLst>
        </pc:spChg>
        <pc:spChg chg="del">
          <ac:chgData name="Johannes Abele" userId="464195223dcae84f" providerId="LiveId" clId="{F0BFFC80-4032-406C-8B52-1F06C522CCDA}" dt="2025-04-10T14:54:50.535" v="2479" actId="478"/>
          <ac:spMkLst>
            <pc:docMk/>
            <pc:sldMk cId="4069746731" sldId="376"/>
            <ac:spMk id="17" creationId="{EE2E7782-D632-19B6-DE87-FB7FEA2C7CA9}"/>
          </ac:spMkLst>
        </pc:spChg>
        <pc:spChg chg="del">
          <ac:chgData name="Johannes Abele" userId="464195223dcae84f" providerId="LiveId" clId="{F0BFFC80-4032-406C-8B52-1F06C522CCDA}" dt="2025-04-10T14:54:50.535" v="2479" actId="478"/>
          <ac:spMkLst>
            <pc:docMk/>
            <pc:sldMk cId="4069746731" sldId="376"/>
            <ac:spMk id="19" creationId="{5EA8BB82-A1A6-2FF8-98E9-9A0ABDCC2E3E}"/>
          </ac:spMkLst>
        </pc:spChg>
        <pc:spChg chg="del">
          <ac:chgData name="Johannes Abele" userId="464195223dcae84f" providerId="LiveId" clId="{F0BFFC80-4032-406C-8B52-1F06C522CCDA}" dt="2025-04-10T14:54:53.634" v="2480" actId="478"/>
          <ac:spMkLst>
            <pc:docMk/>
            <pc:sldMk cId="4069746731" sldId="376"/>
            <ac:spMk id="34" creationId="{78B2A37A-9E2C-B7FC-5442-99B41B739C6F}"/>
          </ac:spMkLst>
        </pc:spChg>
        <pc:spChg chg="mod">
          <ac:chgData name="Johannes Abele" userId="464195223dcae84f" providerId="LiveId" clId="{F0BFFC80-4032-406C-8B52-1F06C522CCDA}" dt="2025-04-11T11:36:04.251" v="7552" actId="1076"/>
          <ac:spMkLst>
            <pc:docMk/>
            <pc:sldMk cId="4069746731" sldId="376"/>
            <ac:spMk id="112" creationId="{A75272BC-4419-BD34-E004-79637A5D7015}"/>
          </ac:spMkLst>
        </pc:spChg>
        <pc:picChg chg="add del mod">
          <ac:chgData name="Johannes Abele" userId="464195223dcae84f" providerId="LiveId" clId="{F0BFFC80-4032-406C-8B52-1F06C522CCDA}" dt="2025-04-11T11:37:23.090" v="7584" actId="478"/>
          <ac:picMkLst>
            <pc:docMk/>
            <pc:sldMk cId="4069746731" sldId="376"/>
            <ac:picMk id="3" creationId="{DDBA0D12-280B-9367-40B7-BD99ACE098B6}"/>
          </ac:picMkLst>
        </pc:picChg>
        <pc:picChg chg="add mod">
          <ac:chgData name="Johannes Abele" userId="464195223dcae84f" providerId="LiveId" clId="{F0BFFC80-4032-406C-8B52-1F06C522CCDA}" dt="2025-04-11T11:49:37.767" v="8804" actId="14100"/>
          <ac:picMkLst>
            <pc:docMk/>
            <pc:sldMk cId="4069746731" sldId="376"/>
            <ac:picMk id="8" creationId="{8D66BB0C-0433-E5D3-AAB5-B013298AA144}"/>
          </ac:picMkLst>
        </pc:picChg>
        <pc:cxnChg chg="del">
          <ac:chgData name="Johannes Abele" userId="464195223dcae84f" providerId="LiveId" clId="{F0BFFC80-4032-406C-8B52-1F06C522CCDA}" dt="2025-04-10T14:54:50.535" v="2479" actId="478"/>
          <ac:cxnSpMkLst>
            <pc:docMk/>
            <pc:sldMk cId="4069746731" sldId="376"/>
            <ac:cxnSpMk id="12" creationId="{72CB1BB0-89BD-24EF-B845-8A2A5CEA64A1}"/>
          </ac:cxnSpMkLst>
        </pc:cxnChg>
      </pc:sldChg>
      <pc:sldChg chg="addSp delSp modSp mod">
        <pc:chgData name="Johannes Abele" userId="464195223dcae84f" providerId="LiveId" clId="{F0BFFC80-4032-406C-8B52-1F06C522CCDA}" dt="2025-04-11T14:14:02.834" v="11815" actId="1076"/>
        <pc:sldMkLst>
          <pc:docMk/>
          <pc:sldMk cId="1330539844" sldId="387"/>
        </pc:sldMkLst>
        <pc:spChg chg="del">
          <ac:chgData name="Johannes Abele" userId="464195223dcae84f" providerId="LiveId" clId="{F0BFFC80-4032-406C-8B52-1F06C522CCDA}" dt="2025-04-11T13:36:23.800" v="10649" actId="478"/>
          <ac:spMkLst>
            <pc:docMk/>
            <pc:sldMk cId="1330539844" sldId="387"/>
            <ac:spMk id="2" creationId="{1803AD2B-E485-4E8B-0108-DA0ED518FD8D}"/>
          </ac:spMkLst>
        </pc:spChg>
        <pc:spChg chg="add del mod">
          <ac:chgData name="Johannes Abele" userId="464195223dcae84f" providerId="LiveId" clId="{F0BFFC80-4032-406C-8B52-1F06C522CCDA}" dt="2025-04-11T13:36:25.571" v="10650" actId="478"/>
          <ac:spMkLst>
            <pc:docMk/>
            <pc:sldMk cId="1330539844" sldId="387"/>
            <ac:spMk id="5" creationId="{2ABF44BC-3650-CD9E-20B0-C1997D5B335D}"/>
          </ac:spMkLst>
        </pc:spChg>
        <pc:spChg chg="add mod">
          <ac:chgData name="Johannes Abele" userId="464195223dcae84f" providerId="LiveId" clId="{F0BFFC80-4032-406C-8B52-1F06C522CCDA}" dt="2025-04-11T13:36:30.256" v="10651"/>
          <ac:spMkLst>
            <pc:docMk/>
            <pc:sldMk cId="1330539844" sldId="387"/>
            <ac:spMk id="6" creationId="{457F1A97-1AD3-E999-49B9-65BA20C49CF8}"/>
          </ac:spMkLst>
        </pc:spChg>
        <pc:spChg chg="add mod">
          <ac:chgData name="Johannes Abele" userId="464195223dcae84f" providerId="LiveId" clId="{F0BFFC80-4032-406C-8B52-1F06C522CCDA}" dt="2025-04-11T14:13:58.352" v="11813" actId="1076"/>
          <ac:spMkLst>
            <pc:docMk/>
            <pc:sldMk cId="1330539844" sldId="387"/>
            <ac:spMk id="7" creationId="{3849B0C3-BCA6-E7E1-9E71-4D69096D6B1C}"/>
          </ac:spMkLst>
        </pc:spChg>
        <pc:spChg chg="add mod">
          <ac:chgData name="Johannes Abele" userId="464195223dcae84f" providerId="LiveId" clId="{F0BFFC80-4032-406C-8B52-1F06C522CCDA}" dt="2025-04-11T14:14:02.834" v="11815" actId="1076"/>
          <ac:spMkLst>
            <pc:docMk/>
            <pc:sldMk cId="1330539844" sldId="387"/>
            <ac:spMk id="14" creationId="{8C3BE206-16E8-36B8-1858-84E38A82BEC8}"/>
          </ac:spMkLst>
        </pc:spChg>
        <pc:spChg chg="add mod">
          <ac:chgData name="Johannes Abele" userId="464195223dcae84f" providerId="LiveId" clId="{F0BFFC80-4032-406C-8B52-1F06C522CCDA}" dt="2025-04-11T14:13:50.072" v="11812" actId="20577"/>
          <ac:spMkLst>
            <pc:docMk/>
            <pc:sldMk cId="1330539844" sldId="387"/>
            <ac:spMk id="15" creationId="{01B2F96A-3218-B30D-203E-2B49981E9CEB}"/>
          </ac:spMkLst>
        </pc:spChg>
        <pc:picChg chg="add mod">
          <ac:chgData name="Johannes Abele" userId="464195223dcae84f" providerId="LiveId" clId="{F0BFFC80-4032-406C-8B52-1F06C522CCDA}" dt="2025-04-11T14:12:47.100" v="11737" actId="1076"/>
          <ac:picMkLst>
            <pc:docMk/>
            <pc:sldMk cId="1330539844" sldId="387"/>
            <ac:picMk id="9" creationId="{924D93F6-3E40-2E6F-0007-4BC713D67C2A}"/>
          </ac:picMkLst>
        </pc:picChg>
        <pc:picChg chg="del">
          <ac:chgData name="Johannes Abele" userId="464195223dcae84f" providerId="LiveId" clId="{F0BFFC80-4032-406C-8B52-1F06C522CCDA}" dt="2025-04-11T14:01:39.408" v="11235" actId="478"/>
          <ac:picMkLst>
            <pc:docMk/>
            <pc:sldMk cId="1330539844" sldId="387"/>
            <ac:picMk id="10" creationId="{5272FB24-772B-3687-7AFF-E4D7E2F017A2}"/>
          </ac:picMkLst>
        </pc:picChg>
        <pc:picChg chg="del">
          <ac:chgData name="Johannes Abele" userId="464195223dcae84f" providerId="LiveId" clId="{F0BFFC80-4032-406C-8B52-1F06C522CCDA}" dt="2025-04-11T13:36:08.997" v="10648" actId="478"/>
          <ac:picMkLst>
            <pc:docMk/>
            <pc:sldMk cId="1330539844" sldId="387"/>
            <ac:picMk id="12" creationId="{CF97FBB3-BDA3-AAED-BBD2-08023469662C}"/>
          </ac:picMkLst>
        </pc:picChg>
        <pc:picChg chg="add mod">
          <ac:chgData name="Johannes Abele" userId="464195223dcae84f" providerId="LiveId" clId="{F0BFFC80-4032-406C-8B52-1F06C522CCDA}" dt="2025-04-11T14:14:00.675" v="11814" actId="1076"/>
          <ac:picMkLst>
            <pc:docMk/>
            <pc:sldMk cId="1330539844" sldId="387"/>
            <ac:picMk id="13" creationId="{1B01F084-A87C-4736-F8B1-F517F81BCE3D}"/>
          </ac:picMkLst>
        </pc:picChg>
      </pc:sldChg>
      <pc:sldChg chg="modSp mod">
        <pc:chgData name="Johannes Abele" userId="464195223dcae84f" providerId="LiveId" clId="{F0BFFC80-4032-406C-8B52-1F06C522CCDA}" dt="2025-04-11T11:53:06.083" v="8811" actId="20577"/>
        <pc:sldMkLst>
          <pc:docMk/>
          <pc:sldMk cId="190078785" sldId="389"/>
        </pc:sldMkLst>
        <pc:spChg chg="mod">
          <ac:chgData name="Johannes Abele" userId="464195223dcae84f" providerId="LiveId" clId="{F0BFFC80-4032-406C-8B52-1F06C522CCDA}" dt="2025-04-11T11:53:06.083" v="8811" actId="20577"/>
          <ac:spMkLst>
            <pc:docMk/>
            <pc:sldMk cId="190078785" sldId="389"/>
            <ac:spMk id="3" creationId="{39F6D3BE-AA14-3BE7-F789-1821FF3E2FF8}"/>
          </ac:spMkLst>
        </pc:spChg>
      </pc:sldChg>
      <pc:sldChg chg="addSp delSp modSp mod">
        <pc:chgData name="Johannes Abele" userId="464195223dcae84f" providerId="LiveId" clId="{F0BFFC80-4032-406C-8B52-1F06C522CCDA}" dt="2025-04-11T13:37:16.222" v="10652" actId="14100"/>
        <pc:sldMkLst>
          <pc:docMk/>
          <pc:sldMk cId="4240582959" sldId="392"/>
        </pc:sldMkLst>
        <pc:spChg chg="mod">
          <ac:chgData name="Johannes Abele" userId="464195223dcae84f" providerId="LiveId" clId="{F0BFFC80-4032-406C-8B52-1F06C522CCDA}" dt="2025-04-11T13:37:16.222" v="10652" actId="14100"/>
          <ac:spMkLst>
            <pc:docMk/>
            <pc:sldMk cId="4240582959" sldId="392"/>
            <ac:spMk id="2" creationId="{4D103AD3-B428-6766-E2A2-EE6AF9703519}"/>
          </ac:spMkLst>
        </pc:spChg>
        <pc:spChg chg="del">
          <ac:chgData name="Johannes Abele" userId="464195223dcae84f" providerId="LiveId" clId="{F0BFFC80-4032-406C-8B52-1F06C522CCDA}" dt="2025-04-11T13:27:09.262" v="9606" actId="478"/>
          <ac:spMkLst>
            <pc:docMk/>
            <pc:sldMk cId="4240582959" sldId="392"/>
            <ac:spMk id="5" creationId="{3E5DF92A-4C98-9AEC-F886-CB927DDE9B2D}"/>
          </ac:spMkLst>
        </pc:spChg>
        <pc:spChg chg="add mod">
          <ac:chgData name="Johannes Abele" userId="464195223dcae84f" providerId="LiveId" clId="{F0BFFC80-4032-406C-8B52-1F06C522CCDA}" dt="2025-04-11T13:35:52.793" v="10647" actId="1076"/>
          <ac:spMkLst>
            <pc:docMk/>
            <pc:sldMk cId="4240582959" sldId="392"/>
            <ac:spMk id="6" creationId="{C853A5B2-E4C8-7989-15F9-A18C04381242}"/>
          </ac:spMkLst>
        </pc:spChg>
        <pc:spChg chg="mod">
          <ac:chgData name="Johannes Abele" userId="464195223dcae84f" providerId="LiveId" clId="{F0BFFC80-4032-406C-8B52-1F06C522CCDA}" dt="2025-04-11T13:33:41.612" v="10494" actId="1076"/>
          <ac:spMkLst>
            <pc:docMk/>
            <pc:sldMk cId="4240582959" sldId="392"/>
            <ac:spMk id="8" creationId="{69D865D8-14D1-D112-3DD7-FBAF1D10B0C4}"/>
          </ac:spMkLst>
        </pc:spChg>
        <pc:spChg chg="add del mod">
          <ac:chgData name="Johannes Abele" userId="464195223dcae84f" providerId="LiveId" clId="{F0BFFC80-4032-406C-8B52-1F06C522CCDA}" dt="2025-04-11T13:27:11.722" v="9607" actId="478"/>
          <ac:spMkLst>
            <pc:docMk/>
            <pc:sldMk cId="4240582959" sldId="392"/>
            <ac:spMk id="11" creationId="{086E29B7-8ECD-FED9-3E77-E0CA210C7D73}"/>
          </ac:spMkLst>
        </pc:spChg>
        <pc:spChg chg="add mod">
          <ac:chgData name="Johannes Abele" userId="464195223dcae84f" providerId="LiveId" clId="{F0BFFC80-4032-406C-8B52-1F06C522CCDA}" dt="2025-04-11T13:27:16.654" v="9608"/>
          <ac:spMkLst>
            <pc:docMk/>
            <pc:sldMk cId="4240582959" sldId="392"/>
            <ac:spMk id="20" creationId="{466C888A-50B6-437E-8B3C-0FEB1F8864B7}"/>
          </ac:spMkLst>
        </pc:spChg>
        <pc:spChg chg="add mod">
          <ac:chgData name="Johannes Abele" userId="464195223dcae84f" providerId="LiveId" clId="{F0BFFC80-4032-406C-8B52-1F06C522CCDA}" dt="2025-04-11T13:35:31.989" v="10643" actId="1076"/>
          <ac:spMkLst>
            <pc:docMk/>
            <pc:sldMk cId="4240582959" sldId="392"/>
            <ac:spMk id="22" creationId="{23277A1C-BB77-DDF5-D54D-BC4E77301E89}"/>
          </ac:spMkLst>
        </pc:spChg>
        <pc:spChg chg="del mod">
          <ac:chgData name="Johannes Abele" userId="464195223dcae84f" providerId="LiveId" clId="{F0BFFC80-4032-406C-8B52-1F06C522CCDA}" dt="2025-04-11T13:27:22.890" v="9609" actId="478"/>
          <ac:spMkLst>
            <pc:docMk/>
            <pc:sldMk cId="4240582959" sldId="392"/>
            <ac:spMk id="112" creationId="{1A02A04E-CB41-5AD6-8496-1D4669531E36}"/>
          </ac:spMkLst>
        </pc:spChg>
      </pc:sldChg>
      <pc:sldChg chg="addSp delSp modSp mod ord">
        <pc:chgData name="Johannes Abele" userId="464195223dcae84f" providerId="LiveId" clId="{F0BFFC80-4032-406C-8B52-1F06C522CCDA}" dt="2025-04-11T14:11:29.142" v="11726" actId="1076"/>
        <pc:sldMkLst>
          <pc:docMk/>
          <pc:sldMk cId="1995363135" sldId="393"/>
        </pc:sldMkLst>
        <pc:spChg chg="add mod">
          <ac:chgData name="Johannes Abele" userId="464195223dcae84f" providerId="LiveId" clId="{F0BFFC80-4032-406C-8B52-1F06C522CCDA}" dt="2025-04-11T14:11:29.142" v="11726" actId="1076"/>
          <ac:spMkLst>
            <pc:docMk/>
            <pc:sldMk cId="1995363135" sldId="393"/>
            <ac:spMk id="2" creationId="{6011E390-031F-DE3E-FCF0-28E1006649A3}"/>
          </ac:spMkLst>
        </pc:spChg>
        <pc:spChg chg="del">
          <ac:chgData name="Johannes Abele" userId="464195223dcae84f" providerId="LiveId" clId="{F0BFFC80-4032-406C-8B52-1F06C522CCDA}" dt="2025-04-11T10:52:18.818" v="6856" actId="478"/>
          <ac:spMkLst>
            <pc:docMk/>
            <pc:sldMk cId="1995363135" sldId="393"/>
            <ac:spMk id="2" creationId="{DB50123C-CD43-A051-A706-63DF297C2FD2}"/>
          </ac:spMkLst>
        </pc:spChg>
        <pc:spChg chg="add mod">
          <ac:chgData name="Johannes Abele" userId="464195223dcae84f" providerId="LiveId" clId="{F0BFFC80-4032-406C-8B52-1F06C522CCDA}" dt="2025-04-11T10:52:15.841" v="6855"/>
          <ac:spMkLst>
            <pc:docMk/>
            <pc:sldMk cId="1995363135" sldId="393"/>
            <ac:spMk id="3" creationId="{A4FD6601-7E19-FEED-4081-8F70E7A777C3}"/>
          </ac:spMkLst>
        </pc:spChg>
        <pc:spChg chg="mod">
          <ac:chgData name="Johannes Abele" userId="464195223dcae84f" providerId="LiveId" clId="{F0BFFC80-4032-406C-8B52-1F06C522CCDA}" dt="2025-04-11T14:09:58.967" v="11520" actId="20577"/>
          <ac:spMkLst>
            <pc:docMk/>
            <pc:sldMk cId="1995363135" sldId="393"/>
            <ac:spMk id="6" creationId="{AA8F4EBF-13DF-C1A7-4827-DC3B51B1ABD8}"/>
          </ac:spMkLst>
        </pc:spChg>
        <pc:spChg chg="add del mod">
          <ac:chgData name="Johannes Abele" userId="464195223dcae84f" providerId="LiveId" clId="{F0BFFC80-4032-406C-8B52-1F06C522CCDA}" dt="2025-04-11T10:52:20.939" v="6857" actId="478"/>
          <ac:spMkLst>
            <pc:docMk/>
            <pc:sldMk cId="1995363135" sldId="393"/>
            <ac:spMk id="8" creationId="{FD161ECA-513E-04C2-D22B-1866761EE639}"/>
          </ac:spMkLst>
        </pc:spChg>
        <pc:spChg chg="del">
          <ac:chgData name="Johannes Abele" userId="464195223dcae84f" providerId="LiveId" clId="{F0BFFC80-4032-406C-8B52-1F06C522CCDA}" dt="2025-04-11T10:52:39.364" v="6860" actId="478"/>
          <ac:spMkLst>
            <pc:docMk/>
            <pc:sldMk cId="1995363135" sldId="393"/>
            <ac:spMk id="10" creationId="{90A64B2B-37CB-68EA-B51B-B75E023C86E8}"/>
          </ac:spMkLst>
        </pc:spChg>
        <pc:picChg chg="mod">
          <ac:chgData name="Johannes Abele" userId="464195223dcae84f" providerId="LiveId" clId="{F0BFFC80-4032-406C-8B52-1F06C522CCDA}" dt="2025-04-11T14:10:07.760" v="11522" actId="1076"/>
          <ac:picMkLst>
            <pc:docMk/>
            <pc:sldMk cId="1995363135" sldId="393"/>
            <ac:picMk id="5" creationId="{773D2BC5-2CE9-AB9B-20D9-B72E9072AA9D}"/>
          </ac:picMkLst>
        </pc:picChg>
      </pc:sldChg>
      <pc:sldChg chg="modSp mod">
        <pc:chgData name="Johannes Abele" userId="464195223dcae84f" providerId="LiveId" clId="{F0BFFC80-4032-406C-8B52-1F06C522CCDA}" dt="2025-04-11T11:53:20.021" v="8813" actId="20577"/>
        <pc:sldMkLst>
          <pc:docMk/>
          <pc:sldMk cId="2187723018" sldId="394"/>
        </pc:sldMkLst>
        <pc:spChg chg="mod">
          <ac:chgData name="Johannes Abele" userId="464195223dcae84f" providerId="LiveId" clId="{F0BFFC80-4032-406C-8B52-1F06C522CCDA}" dt="2025-04-11T11:53:20.021" v="8813" actId="20577"/>
          <ac:spMkLst>
            <pc:docMk/>
            <pc:sldMk cId="2187723018" sldId="394"/>
            <ac:spMk id="7" creationId="{51411FE3-6E21-F2BF-B6D7-850655C72D45}"/>
          </ac:spMkLst>
        </pc:spChg>
      </pc:sldChg>
      <pc:sldChg chg="addSp delSp modSp add mod ord">
        <pc:chgData name="Johannes Abele" userId="464195223dcae84f" providerId="LiveId" clId="{F0BFFC80-4032-406C-8B52-1F06C522CCDA}" dt="2025-04-11T14:35:52.199" v="11833" actId="20577"/>
        <pc:sldMkLst>
          <pc:docMk/>
          <pc:sldMk cId="588293776" sldId="395"/>
        </pc:sldMkLst>
        <pc:spChg chg="mod">
          <ac:chgData name="Johannes Abele" userId="464195223dcae84f" providerId="LiveId" clId="{F0BFFC80-4032-406C-8B52-1F06C522CCDA}" dt="2025-04-10T12:39:44.156" v="350" actId="20577"/>
          <ac:spMkLst>
            <pc:docMk/>
            <pc:sldMk cId="588293776" sldId="395"/>
            <ac:spMk id="2" creationId="{8F4006DF-3C97-E379-EAB9-CA530093BC95}"/>
          </ac:spMkLst>
        </pc:spChg>
        <pc:spChg chg="add mod">
          <ac:chgData name="Johannes Abele" userId="464195223dcae84f" providerId="LiveId" clId="{F0BFFC80-4032-406C-8B52-1F06C522CCDA}" dt="2025-04-11T14:35:52.199" v="11833" actId="20577"/>
          <ac:spMkLst>
            <pc:docMk/>
            <pc:sldMk cId="588293776" sldId="395"/>
            <ac:spMk id="7" creationId="{E32E16EB-5E84-B676-56C1-DF9EA6A660A2}"/>
          </ac:spMkLst>
        </pc:spChg>
      </pc:sldChg>
      <pc:sldChg chg="addSp delSp modSp add mod ord">
        <pc:chgData name="Johannes Abele" userId="464195223dcae84f" providerId="LiveId" clId="{F0BFFC80-4032-406C-8B52-1F06C522CCDA}" dt="2025-04-11T14:09:12.377" v="11504" actId="1076"/>
        <pc:sldMkLst>
          <pc:docMk/>
          <pc:sldMk cId="489399712" sldId="396"/>
        </pc:sldMkLst>
        <pc:spChg chg="mod">
          <ac:chgData name="Johannes Abele" userId="464195223dcae84f" providerId="LiveId" clId="{F0BFFC80-4032-406C-8B52-1F06C522CCDA}" dt="2025-04-10T12:55:03.509" v="1240" actId="20577"/>
          <ac:spMkLst>
            <pc:docMk/>
            <pc:sldMk cId="489399712" sldId="396"/>
            <ac:spMk id="2" creationId="{23C00C55-2302-FE6C-61F8-1CFD9A3F0B6C}"/>
          </ac:spMkLst>
        </pc:spChg>
        <pc:spChg chg="del mod">
          <ac:chgData name="Johannes Abele" userId="464195223dcae84f" providerId="LiveId" clId="{F0BFFC80-4032-406C-8B52-1F06C522CCDA}" dt="2025-04-10T12:50:50.964" v="1002" actId="478"/>
          <ac:spMkLst>
            <pc:docMk/>
            <pc:sldMk cId="489399712" sldId="396"/>
            <ac:spMk id="3" creationId="{9582DA22-4F9E-1AC1-DB94-98F904CC0809}"/>
          </ac:spMkLst>
        </pc:spChg>
        <pc:spChg chg="mod">
          <ac:chgData name="Johannes Abele" userId="464195223dcae84f" providerId="LiveId" clId="{F0BFFC80-4032-406C-8B52-1F06C522CCDA}" dt="2025-04-10T12:50:59.661" v="1009" actId="1076"/>
          <ac:spMkLst>
            <pc:docMk/>
            <pc:sldMk cId="489399712" sldId="396"/>
            <ac:spMk id="4" creationId="{0AC236B2-EC12-A843-4E14-FFB6A81448E1}"/>
          </ac:spMkLst>
        </pc:spChg>
        <pc:spChg chg="del mod">
          <ac:chgData name="Johannes Abele" userId="464195223dcae84f" providerId="LiveId" clId="{F0BFFC80-4032-406C-8B52-1F06C522CCDA}" dt="2025-04-10T12:50:49.652" v="999" actId="478"/>
          <ac:spMkLst>
            <pc:docMk/>
            <pc:sldMk cId="489399712" sldId="396"/>
            <ac:spMk id="5" creationId="{4668D0C9-82A8-1B9F-95CA-31439FD4048A}"/>
          </ac:spMkLst>
        </pc:spChg>
        <pc:spChg chg="mod">
          <ac:chgData name="Johannes Abele" userId="464195223dcae84f" providerId="LiveId" clId="{F0BFFC80-4032-406C-8B52-1F06C522CCDA}" dt="2025-04-10T12:50:59.661" v="1009" actId="1076"/>
          <ac:spMkLst>
            <pc:docMk/>
            <pc:sldMk cId="489399712" sldId="396"/>
            <ac:spMk id="6" creationId="{68965CE7-4DAB-9142-0B58-D73E21C7DA9D}"/>
          </ac:spMkLst>
        </pc:spChg>
        <pc:spChg chg="add mod">
          <ac:chgData name="Johannes Abele" userId="464195223dcae84f" providerId="LiveId" clId="{F0BFFC80-4032-406C-8B52-1F06C522CCDA}" dt="2025-04-10T12:57:40.526" v="1331" actId="1076"/>
          <ac:spMkLst>
            <pc:docMk/>
            <pc:sldMk cId="489399712" sldId="396"/>
            <ac:spMk id="7" creationId="{BC9460BC-4021-D230-0711-41FA759980C3}"/>
          </ac:spMkLst>
        </pc:spChg>
        <pc:spChg chg="del">
          <ac:chgData name="Johannes Abele" userId="464195223dcae84f" providerId="LiveId" clId="{F0BFFC80-4032-406C-8B52-1F06C522CCDA}" dt="2025-04-10T12:50:52.816" v="1005" actId="478"/>
          <ac:spMkLst>
            <pc:docMk/>
            <pc:sldMk cId="489399712" sldId="396"/>
            <ac:spMk id="8" creationId="{91E5D504-B63E-E870-F88D-CFCA28A1CC8A}"/>
          </ac:spMkLst>
        </pc:spChg>
        <pc:spChg chg="del mod">
          <ac:chgData name="Johannes Abele" userId="464195223dcae84f" providerId="LiveId" clId="{F0BFFC80-4032-406C-8B52-1F06C522CCDA}" dt="2025-04-10T12:50:52.299" v="1004" actId="478"/>
          <ac:spMkLst>
            <pc:docMk/>
            <pc:sldMk cId="489399712" sldId="396"/>
            <ac:spMk id="9" creationId="{3F515397-FE9A-779F-7E22-5C6C2BEC9470}"/>
          </ac:spMkLst>
        </pc:spChg>
        <pc:spChg chg="del">
          <ac:chgData name="Johannes Abele" userId="464195223dcae84f" providerId="LiveId" clId="{F0BFFC80-4032-406C-8B52-1F06C522CCDA}" dt="2025-04-10T12:50:50.431" v="1000" actId="478"/>
          <ac:spMkLst>
            <pc:docMk/>
            <pc:sldMk cId="489399712" sldId="396"/>
            <ac:spMk id="10" creationId="{8F588657-3ABC-98A8-E1EA-B4E24B541668}"/>
          </ac:spMkLst>
        </pc:spChg>
        <pc:spChg chg="mod">
          <ac:chgData name="Johannes Abele" userId="464195223dcae84f" providerId="LiveId" clId="{F0BFFC80-4032-406C-8B52-1F06C522CCDA}" dt="2025-04-10T12:54:45.922" v="1205" actId="14100"/>
          <ac:spMkLst>
            <pc:docMk/>
            <pc:sldMk cId="489399712" sldId="396"/>
            <ac:spMk id="12" creationId="{A119ADBE-861F-CD20-5F79-6F56FAE0205B}"/>
          </ac:spMkLst>
        </pc:spChg>
        <pc:spChg chg="add mod">
          <ac:chgData name="Johannes Abele" userId="464195223dcae84f" providerId="LiveId" clId="{F0BFFC80-4032-406C-8B52-1F06C522CCDA}" dt="2025-04-11T09:58:14.445" v="4015" actId="313"/>
          <ac:spMkLst>
            <pc:docMk/>
            <pc:sldMk cId="489399712" sldId="396"/>
            <ac:spMk id="13" creationId="{9AB80F8E-A92C-A604-98C2-1B80C652EF0D}"/>
          </ac:spMkLst>
        </pc:spChg>
        <pc:spChg chg="add mod">
          <ac:chgData name="Johannes Abele" userId="464195223dcae84f" providerId="LiveId" clId="{F0BFFC80-4032-406C-8B52-1F06C522CCDA}" dt="2025-04-11T14:08:57.609" v="11500" actId="1076"/>
          <ac:spMkLst>
            <pc:docMk/>
            <pc:sldMk cId="489399712" sldId="396"/>
            <ac:spMk id="16" creationId="{C3437FF4-027E-9878-CFB0-5F8E19ADC527}"/>
          </ac:spMkLst>
        </pc:spChg>
        <pc:spChg chg="add mod">
          <ac:chgData name="Johannes Abele" userId="464195223dcae84f" providerId="LiveId" clId="{F0BFFC80-4032-406C-8B52-1F06C522CCDA}" dt="2025-04-11T14:08:59.138" v="11501" actId="1076"/>
          <ac:spMkLst>
            <pc:docMk/>
            <pc:sldMk cId="489399712" sldId="396"/>
            <ac:spMk id="17" creationId="{60A641C6-5131-5A59-AB5B-1E93782F75F0}"/>
          </ac:spMkLst>
        </pc:spChg>
        <pc:spChg chg="del">
          <ac:chgData name="Johannes Abele" userId="464195223dcae84f" providerId="LiveId" clId="{F0BFFC80-4032-406C-8B52-1F06C522CCDA}" dt="2025-04-10T12:50:54.790" v="1006" actId="478"/>
          <ac:spMkLst>
            <pc:docMk/>
            <pc:sldMk cId="489399712" sldId="396"/>
            <ac:spMk id="19" creationId="{29E4214B-9B94-BC2F-4FA5-6B838F236544}"/>
          </ac:spMkLst>
        </pc:spChg>
        <pc:spChg chg="del">
          <ac:chgData name="Johannes Abele" userId="464195223dcae84f" providerId="LiveId" clId="{F0BFFC80-4032-406C-8B52-1F06C522CCDA}" dt="2025-04-10T12:50:55.998" v="1007" actId="478"/>
          <ac:spMkLst>
            <pc:docMk/>
            <pc:sldMk cId="489399712" sldId="396"/>
            <ac:spMk id="22" creationId="{02884C9C-D1A3-5006-A03B-ADC8972CE158}"/>
          </ac:spMkLst>
        </pc:spChg>
        <pc:spChg chg="add mod">
          <ac:chgData name="Johannes Abele" userId="464195223dcae84f" providerId="LiveId" clId="{F0BFFC80-4032-406C-8B52-1F06C522CCDA}" dt="2025-04-11T14:09:02.746" v="11502" actId="1076"/>
          <ac:spMkLst>
            <pc:docMk/>
            <pc:sldMk cId="489399712" sldId="396"/>
            <ac:spMk id="24" creationId="{50E77EA3-A11D-CD59-3A03-883136A94213}"/>
          </ac:spMkLst>
        </pc:spChg>
        <pc:spChg chg="add mod">
          <ac:chgData name="Johannes Abele" userId="464195223dcae84f" providerId="LiveId" clId="{F0BFFC80-4032-406C-8B52-1F06C522CCDA}" dt="2025-04-10T12:57:56.029" v="1341" actId="1076"/>
          <ac:spMkLst>
            <pc:docMk/>
            <pc:sldMk cId="489399712" sldId="396"/>
            <ac:spMk id="25" creationId="{1825032E-77BB-BD5D-5456-4EDF6B26EF75}"/>
          </ac:spMkLst>
        </pc:spChg>
        <pc:spChg chg="add mod">
          <ac:chgData name="Johannes Abele" userId="464195223dcae84f" providerId="LiveId" clId="{F0BFFC80-4032-406C-8B52-1F06C522CCDA}" dt="2025-04-11T09:58:02.528" v="4011" actId="20577"/>
          <ac:spMkLst>
            <pc:docMk/>
            <pc:sldMk cId="489399712" sldId="396"/>
            <ac:spMk id="26" creationId="{F3A72FB2-9794-D71D-2825-7A2AAF58560F}"/>
          </ac:spMkLst>
        </pc:spChg>
        <pc:spChg chg="add mod">
          <ac:chgData name="Johannes Abele" userId="464195223dcae84f" providerId="LiveId" clId="{F0BFFC80-4032-406C-8B52-1F06C522CCDA}" dt="2025-04-11T14:09:06.192" v="11503" actId="1076"/>
          <ac:spMkLst>
            <pc:docMk/>
            <pc:sldMk cId="489399712" sldId="396"/>
            <ac:spMk id="29" creationId="{A6F613C1-6E2D-5A1D-4889-552A48BC9030}"/>
          </ac:spMkLst>
        </pc:spChg>
        <pc:spChg chg="add mod">
          <ac:chgData name="Johannes Abele" userId="464195223dcae84f" providerId="LiveId" clId="{F0BFFC80-4032-406C-8B52-1F06C522CCDA}" dt="2025-04-11T14:09:12.377" v="11504" actId="1076"/>
          <ac:spMkLst>
            <pc:docMk/>
            <pc:sldMk cId="489399712" sldId="396"/>
            <ac:spMk id="32" creationId="{4027BDEB-A116-A061-BB0F-080DB2A0872F}"/>
          </ac:spMkLst>
        </pc:spChg>
        <pc:picChg chg="mod">
          <ac:chgData name="Johannes Abele" userId="464195223dcae84f" providerId="LiveId" clId="{F0BFFC80-4032-406C-8B52-1F06C522CCDA}" dt="2025-04-10T13:00:05.609" v="1423" actId="1076"/>
          <ac:picMkLst>
            <pc:docMk/>
            <pc:sldMk cId="489399712" sldId="396"/>
            <ac:picMk id="11" creationId="{BA256BE1-B173-FC98-F224-5FF2C7FFCA26}"/>
          </ac:picMkLst>
        </pc:picChg>
        <pc:picChg chg="add mod">
          <ac:chgData name="Johannes Abele" userId="464195223dcae84f" providerId="LiveId" clId="{F0BFFC80-4032-406C-8B52-1F06C522CCDA}" dt="2025-04-11T14:08:50.941" v="11497" actId="1076"/>
          <ac:picMkLst>
            <pc:docMk/>
            <pc:sldMk cId="489399712" sldId="396"/>
            <ac:picMk id="15" creationId="{8AE3B74C-13A9-2C6D-A59D-A12ADE34F4C0}"/>
          </ac:picMkLst>
        </pc:picChg>
        <pc:picChg chg="add del mod">
          <ac:chgData name="Johannes Abele" userId="464195223dcae84f" providerId="LiveId" clId="{F0BFFC80-4032-406C-8B52-1F06C522CCDA}" dt="2025-04-10T12:56:19.614" v="1305" actId="478"/>
          <ac:picMkLst>
            <pc:docMk/>
            <pc:sldMk cId="489399712" sldId="396"/>
            <ac:picMk id="20" creationId="{3F042D36-9FA1-B0A9-77F6-BED6902CF562}"/>
          </ac:picMkLst>
        </pc:picChg>
        <pc:picChg chg="add mod">
          <ac:chgData name="Johannes Abele" userId="464195223dcae84f" providerId="LiveId" clId="{F0BFFC80-4032-406C-8B52-1F06C522CCDA}" dt="2025-04-11T14:08:52.428" v="11498" actId="1076"/>
          <ac:picMkLst>
            <pc:docMk/>
            <pc:sldMk cId="489399712" sldId="396"/>
            <ac:picMk id="23" creationId="{28186C7D-6E41-0AE0-4D3C-E1266701A111}"/>
          </ac:picMkLst>
        </pc:picChg>
        <pc:picChg chg="add mod">
          <ac:chgData name="Johannes Abele" userId="464195223dcae84f" providerId="LiveId" clId="{F0BFFC80-4032-406C-8B52-1F06C522CCDA}" dt="2025-04-11T14:08:53.931" v="11499" actId="1076"/>
          <ac:picMkLst>
            <pc:docMk/>
            <pc:sldMk cId="489399712" sldId="396"/>
            <ac:picMk id="28" creationId="{B4AC8A14-9A47-E469-451C-7F74C07C2AB7}"/>
          </ac:picMkLst>
        </pc:picChg>
        <pc:picChg chg="add mod">
          <ac:chgData name="Johannes Abele" userId="464195223dcae84f" providerId="LiveId" clId="{F0BFFC80-4032-406C-8B52-1F06C522CCDA}" dt="2025-04-10T13:01:06.581" v="1438" actId="14100"/>
          <ac:picMkLst>
            <pc:docMk/>
            <pc:sldMk cId="489399712" sldId="396"/>
            <ac:picMk id="31" creationId="{A2CD38DF-BF82-A9DF-E3CA-77DD7CD43FE2}"/>
          </ac:picMkLst>
        </pc:picChg>
      </pc:sldChg>
      <pc:sldChg chg="addSp delSp modSp add mod ord">
        <pc:chgData name="Johannes Abele" userId="464195223dcae84f" providerId="LiveId" clId="{F0BFFC80-4032-406C-8B52-1F06C522CCDA}" dt="2025-04-11T10:36:15.101" v="5333" actId="1076"/>
        <pc:sldMkLst>
          <pc:docMk/>
          <pc:sldMk cId="1132716020" sldId="397"/>
        </pc:sldMkLst>
        <pc:spChg chg="del mod">
          <ac:chgData name="Johannes Abele" userId="464195223dcae84f" providerId="LiveId" clId="{F0BFFC80-4032-406C-8B52-1F06C522CCDA}" dt="2025-04-11T09:42:32.712" v="3605" actId="478"/>
          <ac:spMkLst>
            <pc:docMk/>
            <pc:sldMk cId="1132716020" sldId="397"/>
            <ac:spMk id="3" creationId="{F216F3F8-DFB6-438E-ACE9-56B951D48611}"/>
          </ac:spMkLst>
        </pc:spChg>
        <pc:spChg chg="mod">
          <ac:chgData name="Johannes Abele" userId="464195223dcae84f" providerId="LiveId" clId="{F0BFFC80-4032-406C-8B52-1F06C522CCDA}" dt="2025-04-11T09:49:08.480" v="3668" actId="1076"/>
          <ac:spMkLst>
            <pc:docMk/>
            <pc:sldMk cId="1132716020" sldId="397"/>
            <ac:spMk id="5" creationId="{C7DBE82B-BF6E-A69A-960E-04069ACCDF42}"/>
          </ac:spMkLst>
        </pc:spChg>
        <pc:spChg chg="del mod">
          <ac:chgData name="Johannes Abele" userId="464195223dcae84f" providerId="LiveId" clId="{F0BFFC80-4032-406C-8B52-1F06C522CCDA}" dt="2025-04-11T09:42:32.712" v="3605" actId="478"/>
          <ac:spMkLst>
            <pc:docMk/>
            <pc:sldMk cId="1132716020" sldId="397"/>
            <ac:spMk id="6" creationId="{D83304A2-35D0-95FF-CCB9-272DA40D075A}"/>
          </ac:spMkLst>
        </pc:spChg>
        <pc:spChg chg="add del mod">
          <ac:chgData name="Johannes Abele" userId="464195223dcae84f" providerId="LiveId" clId="{F0BFFC80-4032-406C-8B52-1F06C522CCDA}" dt="2025-04-11T09:42:27.379" v="3604" actId="478"/>
          <ac:spMkLst>
            <pc:docMk/>
            <pc:sldMk cId="1132716020" sldId="397"/>
            <ac:spMk id="7" creationId="{2500C683-DAA4-DCDC-0CA2-7FF5089218A0}"/>
          </ac:spMkLst>
        </pc:spChg>
        <pc:spChg chg="del mod">
          <ac:chgData name="Johannes Abele" userId="464195223dcae84f" providerId="LiveId" clId="{F0BFFC80-4032-406C-8B52-1F06C522CCDA}" dt="2025-04-11T09:42:32.712" v="3605" actId="478"/>
          <ac:spMkLst>
            <pc:docMk/>
            <pc:sldMk cId="1132716020" sldId="397"/>
            <ac:spMk id="8" creationId="{6B0453B0-3F0C-B069-37DB-AF9ECBE37A55}"/>
          </ac:spMkLst>
        </pc:spChg>
        <pc:spChg chg="del mod">
          <ac:chgData name="Johannes Abele" userId="464195223dcae84f" providerId="LiveId" clId="{F0BFFC80-4032-406C-8B52-1F06C522CCDA}" dt="2025-04-11T09:42:32.712" v="3605" actId="478"/>
          <ac:spMkLst>
            <pc:docMk/>
            <pc:sldMk cId="1132716020" sldId="397"/>
            <ac:spMk id="9" creationId="{309FEB17-5928-99E3-43F1-F1850719D38C}"/>
          </ac:spMkLst>
        </pc:spChg>
        <pc:spChg chg="del mod">
          <ac:chgData name="Johannes Abele" userId="464195223dcae84f" providerId="LiveId" clId="{F0BFFC80-4032-406C-8B52-1F06C522CCDA}" dt="2025-04-11T09:42:32.712" v="3605" actId="478"/>
          <ac:spMkLst>
            <pc:docMk/>
            <pc:sldMk cId="1132716020" sldId="397"/>
            <ac:spMk id="10" creationId="{8FB7E6C6-2F5B-6600-2F65-CD14F5770E39}"/>
          </ac:spMkLst>
        </pc:spChg>
        <pc:spChg chg="add mod">
          <ac:chgData name="Johannes Abele" userId="464195223dcae84f" providerId="LiveId" clId="{F0BFFC80-4032-406C-8B52-1F06C522CCDA}" dt="2025-04-11T10:34:36.900" v="5325" actId="113"/>
          <ac:spMkLst>
            <pc:docMk/>
            <pc:sldMk cId="1132716020" sldId="397"/>
            <ac:spMk id="11" creationId="{3796F07B-FF5F-A361-3D8E-2B06C0D3DEE1}"/>
          </ac:spMkLst>
        </pc:spChg>
        <pc:spChg chg="del">
          <ac:chgData name="Johannes Abele" userId="464195223dcae84f" providerId="LiveId" clId="{F0BFFC80-4032-406C-8B52-1F06C522CCDA}" dt="2025-04-10T15:02:38.670" v="2619" actId="478"/>
          <ac:spMkLst>
            <pc:docMk/>
            <pc:sldMk cId="1132716020" sldId="397"/>
            <ac:spMk id="12" creationId="{0FFC024C-A3AE-2B89-C44D-02EC5643B708}"/>
          </ac:spMkLst>
        </pc:spChg>
        <pc:spChg chg="add mod">
          <ac:chgData name="Johannes Abele" userId="464195223dcae84f" providerId="LiveId" clId="{F0BFFC80-4032-406C-8B52-1F06C522CCDA}" dt="2025-04-11T09:49:25.503" v="3698" actId="1076"/>
          <ac:spMkLst>
            <pc:docMk/>
            <pc:sldMk cId="1132716020" sldId="397"/>
            <ac:spMk id="16" creationId="{B50C3438-494A-9990-5239-79F5F2F8D5C8}"/>
          </ac:spMkLst>
        </pc:spChg>
        <pc:spChg chg="del mod">
          <ac:chgData name="Johannes Abele" userId="464195223dcae84f" providerId="LiveId" clId="{F0BFFC80-4032-406C-8B52-1F06C522CCDA}" dt="2025-04-11T09:42:32.712" v="3605" actId="478"/>
          <ac:spMkLst>
            <pc:docMk/>
            <pc:sldMk cId="1132716020" sldId="397"/>
            <ac:spMk id="19" creationId="{4878C62A-45DF-9FBE-B28A-F6E8782D180D}"/>
          </ac:spMkLst>
        </pc:spChg>
        <pc:spChg chg="del mod">
          <ac:chgData name="Johannes Abele" userId="464195223dcae84f" providerId="LiveId" clId="{F0BFFC80-4032-406C-8B52-1F06C522CCDA}" dt="2025-04-11T09:42:34.307" v="3606" actId="478"/>
          <ac:spMkLst>
            <pc:docMk/>
            <pc:sldMk cId="1132716020" sldId="397"/>
            <ac:spMk id="22" creationId="{5382FE3C-7B5B-4913-E716-FD471676D620}"/>
          </ac:spMkLst>
        </pc:spChg>
        <pc:picChg chg="del">
          <ac:chgData name="Johannes Abele" userId="464195223dcae84f" providerId="LiveId" clId="{F0BFFC80-4032-406C-8B52-1F06C522CCDA}" dt="2025-04-10T15:02:37.711" v="2618" actId="478"/>
          <ac:picMkLst>
            <pc:docMk/>
            <pc:sldMk cId="1132716020" sldId="397"/>
            <ac:picMk id="11" creationId="{1682F7CD-90A2-DCC4-8426-D25ADE26BBC4}"/>
          </ac:picMkLst>
        </pc:picChg>
        <pc:picChg chg="add mod">
          <ac:chgData name="Johannes Abele" userId="464195223dcae84f" providerId="LiveId" clId="{F0BFFC80-4032-406C-8B52-1F06C522CCDA}" dt="2025-04-11T09:48:43.462" v="3664" actId="14100"/>
          <ac:picMkLst>
            <pc:docMk/>
            <pc:sldMk cId="1132716020" sldId="397"/>
            <ac:picMk id="13" creationId="{206001C7-B720-F7E6-3BBA-0B43E8A33CD0}"/>
          </ac:picMkLst>
        </pc:picChg>
        <pc:picChg chg="add mod">
          <ac:chgData name="Johannes Abele" userId="464195223dcae84f" providerId="LiveId" clId="{F0BFFC80-4032-406C-8B52-1F06C522CCDA}" dt="2025-04-11T09:48:28.468" v="3662" actId="14100"/>
          <ac:picMkLst>
            <pc:docMk/>
            <pc:sldMk cId="1132716020" sldId="397"/>
            <ac:picMk id="15" creationId="{9564431F-18D2-D703-07E4-EC1AD840C33F}"/>
          </ac:picMkLst>
        </pc:picChg>
        <pc:picChg chg="add mod">
          <ac:chgData name="Johannes Abele" userId="464195223dcae84f" providerId="LiveId" clId="{F0BFFC80-4032-406C-8B52-1F06C522CCDA}" dt="2025-04-11T10:36:15.101" v="5333" actId="1076"/>
          <ac:picMkLst>
            <pc:docMk/>
            <pc:sldMk cId="1132716020" sldId="397"/>
            <ac:picMk id="18" creationId="{FB598E22-72F4-8D43-C784-3C5F1D6CF828}"/>
          </ac:picMkLst>
        </pc:picChg>
      </pc:sldChg>
      <pc:sldChg chg="addSp delSp modSp add mod">
        <pc:chgData name="Johannes Abele" userId="464195223dcae84f" providerId="LiveId" clId="{F0BFFC80-4032-406C-8B52-1F06C522CCDA}" dt="2025-04-11T13:35:39.713" v="10646" actId="20577"/>
        <pc:sldMkLst>
          <pc:docMk/>
          <pc:sldMk cId="2237730778" sldId="398"/>
        </pc:sldMkLst>
        <pc:spChg chg="add mod">
          <ac:chgData name="Johannes Abele" userId="464195223dcae84f" providerId="LiveId" clId="{F0BFFC80-4032-406C-8B52-1F06C522CCDA}" dt="2025-04-11T13:00:19.252" v="8889" actId="1076"/>
          <ac:spMkLst>
            <pc:docMk/>
            <pc:sldMk cId="2237730778" sldId="398"/>
            <ac:spMk id="2" creationId="{5DCA0BA7-D944-AB23-68FC-39695DA2AD69}"/>
          </ac:spMkLst>
        </pc:spChg>
        <pc:spChg chg="add mod">
          <ac:chgData name="Johannes Abele" userId="464195223dcae84f" providerId="LiveId" clId="{F0BFFC80-4032-406C-8B52-1F06C522CCDA}" dt="2025-04-11T13:35:39.713" v="10646" actId="20577"/>
          <ac:spMkLst>
            <pc:docMk/>
            <pc:sldMk cId="2237730778" sldId="398"/>
            <ac:spMk id="3" creationId="{D1A80E5E-1FE5-C3C4-517C-8A9BE205195A}"/>
          </ac:spMkLst>
        </pc:spChg>
        <pc:spChg chg="del mod">
          <ac:chgData name="Johannes Abele" userId="464195223dcae84f" providerId="LiveId" clId="{F0BFFC80-4032-406C-8B52-1F06C522CCDA}" dt="2025-04-11T13:35:35.464" v="10644" actId="478"/>
          <ac:spMkLst>
            <pc:docMk/>
            <pc:sldMk cId="2237730778" sldId="398"/>
            <ac:spMk id="112" creationId="{DD053EA9-3267-8E66-D178-A4CDDFA8A369}"/>
          </ac:spMkLst>
        </pc:spChg>
      </pc:sldChg>
      <pc:sldChg chg="addSp delSp modSp add mod">
        <pc:chgData name="Johannes Abele" userId="464195223dcae84f" providerId="LiveId" clId="{F0BFFC80-4032-406C-8B52-1F06C522CCDA}" dt="2025-04-11T11:52:07.377" v="8810" actId="14100"/>
        <pc:sldMkLst>
          <pc:docMk/>
          <pc:sldMk cId="3129730115" sldId="399"/>
        </pc:sldMkLst>
        <pc:spChg chg="add mod">
          <ac:chgData name="Johannes Abele" userId="464195223dcae84f" providerId="LiveId" clId="{F0BFFC80-4032-406C-8B52-1F06C522CCDA}" dt="2025-04-11T11:47:55.132" v="8664" actId="20577"/>
          <ac:spMkLst>
            <pc:docMk/>
            <pc:sldMk cId="3129730115" sldId="399"/>
            <ac:spMk id="6" creationId="{E68FFC18-BD28-D18B-CB74-A106F4ADA097}"/>
          </ac:spMkLst>
        </pc:spChg>
        <pc:spChg chg="del mod">
          <ac:chgData name="Johannes Abele" userId="464195223dcae84f" providerId="LiveId" clId="{F0BFFC80-4032-406C-8B52-1F06C522CCDA}" dt="2025-04-11T11:45:31.472" v="8297" actId="478"/>
          <ac:spMkLst>
            <pc:docMk/>
            <pc:sldMk cId="3129730115" sldId="399"/>
            <ac:spMk id="112" creationId="{DFDAC50B-4A02-410D-A692-985B79E3B875}"/>
          </ac:spMkLst>
        </pc:spChg>
        <pc:picChg chg="add mod">
          <ac:chgData name="Johannes Abele" userId="464195223dcae84f" providerId="LiveId" clId="{F0BFFC80-4032-406C-8B52-1F06C522CCDA}" dt="2025-04-11T11:45:57.891" v="8335" actId="1076"/>
          <ac:picMkLst>
            <pc:docMk/>
            <pc:sldMk cId="3129730115" sldId="399"/>
            <ac:picMk id="3" creationId="{ADAE9A80-22D5-49CA-0A20-C1E2E05D52DB}"/>
          </ac:picMkLst>
        </pc:picChg>
        <pc:cxnChg chg="add mod">
          <ac:chgData name="Johannes Abele" userId="464195223dcae84f" providerId="LiveId" clId="{F0BFFC80-4032-406C-8B52-1F06C522CCDA}" dt="2025-04-11T11:52:07.377" v="8810" actId="14100"/>
          <ac:cxnSpMkLst>
            <pc:docMk/>
            <pc:sldMk cId="3129730115" sldId="399"/>
            <ac:cxnSpMk id="8" creationId="{34AD35D2-057A-DD49-8F71-357269523D71}"/>
          </ac:cxnSpMkLst>
        </pc:cxnChg>
      </pc:sldChg>
      <pc:sldChg chg="addSp modSp add mod ord">
        <pc:chgData name="Johannes Abele" userId="464195223dcae84f" providerId="LiveId" clId="{F0BFFC80-4032-406C-8B52-1F06C522CCDA}" dt="2025-04-11T11:49:23.478" v="8802" actId="20577"/>
        <pc:sldMkLst>
          <pc:docMk/>
          <pc:sldMk cId="1454792314" sldId="400"/>
        </pc:sldMkLst>
        <pc:spChg chg="add mod">
          <ac:chgData name="Johannes Abele" userId="464195223dcae84f" providerId="LiveId" clId="{F0BFFC80-4032-406C-8B52-1F06C522CCDA}" dt="2025-04-11T11:49:23.478" v="8802" actId="20577"/>
          <ac:spMkLst>
            <pc:docMk/>
            <pc:sldMk cId="1454792314" sldId="400"/>
            <ac:spMk id="2" creationId="{0082A574-5ECA-5C23-27D9-A3169BFB789B}"/>
          </ac:spMkLst>
        </pc:spChg>
        <pc:spChg chg="mod">
          <ac:chgData name="Johannes Abele" userId="464195223dcae84f" providerId="LiveId" clId="{F0BFFC80-4032-406C-8B52-1F06C522CCDA}" dt="2025-04-10T15:13:25.170" v="2952" actId="20577"/>
          <ac:spMkLst>
            <pc:docMk/>
            <pc:sldMk cId="1454792314" sldId="400"/>
            <ac:spMk id="112" creationId="{2475D7F6-7025-BC43-A840-F562E6EE328F}"/>
          </ac:spMkLst>
        </pc:spChg>
      </pc:sldChg>
      <pc:sldChg chg="new del">
        <pc:chgData name="Johannes Abele" userId="464195223dcae84f" providerId="LiveId" clId="{F0BFFC80-4032-406C-8B52-1F06C522CCDA}" dt="2025-04-10T15:13:33.738" v="2954" actId="2696"/>
        <pc:sldMkLst>
          <pc:docMk/>
          <pc:sldMk cId="2207210347" sldId="401"/>
        </pc:sldMkLst>
      </pc:sldChg>
      <pc:sldChg chg="modSp add mod ord">
        <pc:chgData name="Johannes Abele" userId="464195223dcae84f" providerId="LiveId" clId="{F0BFFC80-4032-406C-8B52-1F06C522CCDA}" dt="2025-04-11T08:36:28.935" v="3078"/>
        <pc:sldMkLst>
          <pc:docMk/>
          <pc:sldMk cId="3426463169" sldId="401"/>
        </pc:sldMkLst>
        <pc:spChg chg="mod">
          <ac:chgData name="Johannes Abele" userId="464195223dcae84f" providerId="LiveId" clId="{F0BFFC80-4032-406C-8B52-1F06C522CCDA}" dt="2025-04-10T15:14:00.624" v="2984" actId="20577"/>
          <ac:spMkLst>
            <pc:docMk/>
            <pc:sldMk cId="3426463169" sldId="401"/>
            <ac:spMk id="112" creationId="{2A24A1EE-D558-2AEC-B10A-986A18FF8636}"/>
          </ac:spMkLst>
        </pc:spChg>
      </pc:sldChg>
      <pc:sldChg chg="addSp delSp modSp add mod">
        <pc:chgData name="Johannes Abele" userId="464195223dcae84f" providerId="LiveId" clId="{F0BFFC80-4032-406C-8B52-1F06C522CCDA}" dt="2025-04-11T14:06:06.804" v="11381" actId="1076"/>
        <pc:sldMkLst>
          <pc:docMk/>
          <pc:sldMk cId="706915744" sldId="402"/>
        </pc:sldMkLst>
        <pc:spChg chg="add mod">
          <ac:chgData name="Johannes Abele" userId="464195223dcae84f" providerId="LiveId" clId="{F0BFFC80-4032-406C-8B52-1F06C522CCDA}" dt="2025-04-11T14:05:54.635" v="11378" actId="1076"/>
          <ac:spMkLst>
            <pc:docMk/>
            <pc:sldMk cId="706915744" sldId="402"/>
            <ac:spMk id="3" creationId="{016558D6-5A71-CBA8-8BCE-0879349D66E0}"/>
          </ac:spMkLst>
        </pc:spChg>
        <pc:spChg chg="del">
          <ac:chgData name="Johannes Abele" userId="464195223dcae84f" providerId="LiveId" clId="{F0BFFC80-4032-406C-8B52-1F06C522CCDA}" dt="2025-04-10T15:46:11.177" v="2986" actId="478"/>
          <ac:spMkLst>
            <pc:docMk/>
            <pc:sldMk cId="706915744" sldId="402"/>
            <ac:spMk id="3" creationId="{5B3D9468-3DB8-C2DD-6469-DC75C890DC38}"/>
          </ac:spMkLst>
        </pc:spChg>
        <pc:spChg chg="del">
          <ac:chgData name="Johannes Abele" userId="464195223dcae84f" providerId="LiveId" clId="{F0BFFC80-4032-406C-8B52-1F06C522CCDA}" dt="2025-04-10T15:46:11.177" v="2986" actId="478"/>
          <ac:spMkLst>
            <pc:docMk/>
            <pc:sldMk cId="706915744" sldId="402"/>
            <ac:spMk id="5" creationId="{4953C693-FA65-AAF7-ACAE-78C00DE11353}"/>
          </ac:spMkLst>
        </pc:spChg>
        <pc:spChg chg="add del mod">
          <ac:chgData name="Johannes Abele" userId="464195223dcae84f" providerId="LiveId" clId="{F0BFFC80-4032-406C-8B52-1F06C522CCDA}" dt="2025-04-11T10:02:20.882" v="4297"/>
          <ac:spMkLst>
            <pc:docMk/>
            <pc:sldMk cId="706915744" sldId="402"/>
            <ac:spMk id="5" creationId="{893FF23B-0CE4-0987-CA7A-AEAADE18FBBE}"/>
          </ac:spMkLst>
        </pc:spChg>
        <pc:spChg chg="del">
          <ac:chgData name="Johannes Abele" userId="464195223dcae84f" providerId="LiveId" clId="{F0BFFC80-4032-406C-8B52-1F06C522CCDA}" dt="2025-04-10T15:46:11.177" v="2986" actId="478"/>
          <ac:spMkLst>
            <pc:docMk/>
            <pc:sldMk cId="706915744" sldId="402"/>
            <ac:spMk id="6" creationId="{9CA003A9-4AE6-EEE7-8F48-CC01A9DC8ABB}"/>
          </ac:spMkLst>
        </pc:spChg>
        <pc:spChg chg="add mod">
          <ac:chgData name="Johannes Abele" userId="464195223dcae84f" providerId="LiveId" clId="{F0BFFC80-4032-406C-8B52-1F06C522CCDA}" dt="2025-04-11T14:06:02.831" v="11379" actId="1076"/>
          <ac:spMkLst>
            <pc:docMk/>
            <pc:sldMk cId="706915744" sldId="402"/>
            <ac:spMk id="6" creationId="{CE7FD7F1-3D21-234E-E17A-9FFF4B7D3DBA}"/>
          </ac:spMkLst>
        </pc:spChg>
        <pc:spChg chg="add mod">
          <ac:chgData name="Johannes Abele" userId="464195223dcae84f" providerId="LiveId" clId="{F0BFFC80-4032-406C-8B52-1F06C522CCDA}" dt="2025-04-11T14:06:02.831" v="11379" actId="1076"/>
          <ac:spMkLst>
            <pc:docMk/>
            <pc:sldMk cId="706915744" sldId="402"/>
            <ac:spMk id="7" creationId="{DBF3F8AD-233A-BDA5-13DF-F117BD321F2C}"/>
          </ac:spMkLst>
        </pc:spChg>
        <pc:spChg chg="del">
          <ac:chgData name="Johannes Abele" userId="464195223dcae84f" providerId="LiveId" clId="{F0BFFC80-4032-406C-8B52-1F06C522CCDA}" dt="2025-04-10T15:46:11.177" v="2986" actId="478"/>
          <ac:spMkLst>
            <pc:docMk/>
            <pc:sldMk cId="706915744" sldId="402"/>
            <ac:spMk id="8" creationId="{DC832AB6-0A1E-50C2-AC22-DC79E9A97665}"/>
          </ac:spMkLst>
        </pc:spChg>
        <pc:spChg chg="del">
          <ac:chgData name="Johannes Abele" userId="464195223dcae84f" providerId="LiveId" clId="{F0BFFC80-4032-406C-8B52-1F06C522CCDA}" dt="2025-04-10T15:46:11.177" v="2986" actId="478"/>
          <ac:spMkLst>
            <pc:docMk/>
            <pc:sldMk cId="706915744" sldId="402"/>
            <ac:spMk id="9" creationId="{1E7E80AF-6107-4A4B-D2DC-E69A650642F3}"/>
          </ac:spMkLst>
        </pc:spChg>
        <pc:spChg chg="del">
          <ac:chgData name="Johannes Abele" userId="464195223dcae84f" providerId="LiveId" clId="{F0BFFC80-4032-406C-8B52-1F06C522CCDA}" dt="2025-04-10T15:46:11.177" v="2986" actId="478"/>
          <ac:spMkLst>
            <pc:docMk/>
            <pc:sldMk cId="706915744" sldId="402"/>
            <ac:spMk id="10" creationId="{54F32A3C-E154-FF41-9AB6-FE4B8E3F4C19}"/>
          </ac:spMkLst>
        </pc:spChg>
        <pc:spChg chg="del">
          <ac:chgData name="Johannes Abele" userId="464195223dcae84f" providerId="LiveId" clId="{F0BFFC80-4032-406C-8B52-1F06C522CCDA}" dt="2025-04-10T15:46:11.177" v="2986" actId="478"/>
          <ac:spMkLst>
            <pc:docMk/>
            <pc:sldMk cId="706915744" sldId="402"/>
            <ac:spMk id="19" creationId="{70539D16-4893-CF3D-FCE5-38F621B9F3BF}"/>
          </ac:spMkLst>
        </pc:spChg>
        <pc:spChg chg="del">
          <ac:chgData name="Johannes Abele" userId="464195223dcae84f" providerId="LiveId" clId="{F0BFFC80-4032-406C-8B52-1F06C522CCDA}" dt="2025-04-10T15:46:20.271" v="2991" actId="478"/>
          <ac:spMkLst>
            <pc:docMk/>
            <pc:sldMk cId="706915744" sldId="402"/>
            <ac:spMk id="22" creationId="{99C73F50-5F29-3758-582D-BDD78F2E7051}"/>
          </ac:spMkLst>
        </pc:spChg>
        <pc:picChg chg="add mod">
          <ac:chgData name="Johannes Abele" userId="464195223dcae84f" providerId="LiveId" clId="{F0BFFC80-4032-406C-8B52-1F06C522CCDA}" dt="2025-04-11T14:06:06.804" v="11381" actId="1076"/>
          <ac:picMkLst>
            <pc:docMk/>
            <pc:sldMk cId="706915744" sldId="402"/>
            <ac:picMk id="9" creationId="{C3F04117-ED66-B6C6-6D12-59EEC82F177B}"/>
          </ac:picMkLst>
        </pc:picChg>
        <pc:picChg chg="add del mod">
          <ac:chgData name="Johannes Abele" userId="464195223dcae84f" providerId="LiveId" clId="{F0BFFC80-4032-406C-8B52-1F06C522CCDA}" dt="2025-04-11T09:53:20.966" v="3819" actId="478"/>
          <ac:picMkLst>
            <pc:docMk/>
            <pc:sldMk cId="706915744" sldId="402"/>
            <ac:picMk id="11" creationId="{E579CA88-9328-2639-5ABD-978753A11C9D}"/>
          </ac:picMkLst>
        </pc:picChg>
        <pc:picChg chg="add del mod">
          <ac:chgData name="Johannes Abele" userId="464195223dcae84f" providerId="LiveId" clId="{F0BFFC80-4032-406C-8B52-1F06C522CCDA}" dt="2025-04-11T10:29:57.070" v="5053" actId="478"/>
          <ac:picMkLst>
            <pc:docMk/>
            <pc:sldMk cId="706915744" sldId="402"/>
            <ac:picMk id="13" creationId="{0F0A969A-C711-771D-8A4E-1DB357CEE72B}"/>
          </ac:picMkLst>
        </pc:picChg>
        <pc:picChg chg="add del mod">
          <ac:chgData name="Johannes Abele" userId="464195223dcae84f" providerId="LiveId" clId="{F0BFFC80-4032-406C-8B52-1F06C522CCDA}" dt="2025-04-10T15:53:43.509" v="3017" actId="478"/>
          <ac:picMkLst>
            <pc:docMk/>
            <pc:sldMk cId="706915744" sldId="402"/>
            <ac:picMk id="15" creationId="{14240551-AFAF-A313-480B-3917A4DEAC84}"/>
          </ac:picMkLst>
        </pc:picChg>
        <pc:picChg chg="add del mod">
          <ac:chgData name="Johannes Abele" userId="464195223dcae84f" providerId="LiveId" clId="{F0BFFC80-4032-406C-8B52-1F06C522CCDA}" dt="2025-04-11T09:42:13.727" v="3602" actId="478"/>
          <ac:picMkLst>
            <pc:docMk/>
            <pc:sldMk cId="706915744" sldId="402"/>
            <ac:picMk id="17" creationId="{74816305-290C-0AFE-61B2-469414641915}"/>
          </ac:picMkLst>
        </pc:picChg>
        <pc:picChg chg="add del mod">
          <ac:chgData name="Johannes Abele" userId="464195223dcae84f" providerId="LiveId" clId="{F0BFFC80-4032-406C-8B52-1F06C522CCDA}" dt="2025-04-11T09:31:59.759" v="3365" actId="21"/>
          <ac:picMkLst>
            <pc:docMk/>
            <pc:sldMk cId="706915744" sldId="402"/>
            <ac:picMk id="20" creationId="{8DBB6403-54CB-FBA1-7D7B-7D980F9DFEEC}"/>
          </ac:picMkLst>
        </pc:picChg>
      </pc:sldChg>
      <pc:sldChg chg="addSp delSp modSp add mod ord">
        <pc:chgData name="Johannes Abele" userId="464195223dcae84f" providerId="LiveId" clId="{F0BFFC80-4032-406C-8B52-1F06C522CCDA}" dt="2025-04-11T14:08:28.967" v="11496" actId="1076"/>
        <pc:sldMkLst>
          <pc:docMk/>
          <pc:sldMk cId="2901130868" sldId="403"/>
        </pc:sldMkLst>
        <pc:spChg chg="mod">
          <ac:chgData name="Johannes Abele" userId="464195223dcae84f" providerId="LiveId" clId="{F0BFFC80-4032-406C-8B52-1F06C522CCDA}" dt="2025-04-11T09:41:30.597" v="3598" actId="403"/>
          <ac:spMkLst>
            <pc:docMk/>
            <pc:sldMk cId="2901130868" sldId="403"/>
            <ac:spMk id="3" creationId="{3E403CAE-DD53-8915-85BD-83A562C10932}"/>
          </ac:spMkLst>
        </pc:spChg>
        <pc:spChg chg="add mod">
          <ac:chgData name="Johannes Abele" userId="464195223dcae84f" providerId="LiveId" clId="{F0BFFC80-4032-406C-8B52-1F06C522CCDA}" dt="2025-04-11T09:41:33.979" v="3599" actId="1076"/>
          <ac:spMkLst>
            <pc:docMk/>
            <pc:sldMk cId="2901130868" sldId="403"/>
            <ac:spMk id="5" creationId="{9A5C2AF3-8548-FEDA-CE79-2E8767668F44}"/>
          </ac:spMkLst>
        </pc:spChg>
        <pc:spChg chg="add del mod">
          <ac:chgData name="Johannes Abele" userId="464195223dcae84f" providerId="LiveId" clId="{F0BFFC80-4032-406C-8B52-1F06C522CCDA}" dt="2025-04-11T09:38:14.774" v="3554" actId="478"/>
          <ac:spMkLst>
            <pc:docMk/>
            <pc:sldMk cId="2901130868" sldId="403"/>
            <ac:spMk id="6" creationId="{F8C3A891-3A36-3340-D2AF-1F86BA57C63D}"/>
          </ac:spMkLst>
        </pc:spChg>
        <pc:spChg chg="add del mod">
          <ac:chgData name="Johannes Abele" userId="464195223dcae84f" providerId="LiveId" clId="{F0BFFC80-4032-406C-8B52-1F06C522CCDA}" dt="2025-04-11T09:38:22.285" v="3558" actId="478"/>
          <ac:spMkLst>
            <pc:docMk/>
            <pc:sldMk cId="2901130868" sldId="403"/>
            <ac:spMk id="7" creationId="{FE7DDF49-19F7-F12E-373C-04A94CD35E1F}"/>
          </ac:spMkLst>
        </pc:spChg>
        <pc:picChg chg="del">
          <ac:chgData name="Johannes Abele" userId="464195223dcae84f" providerId="LiveId" clId="{F0BFFC80-4032-406C-8B52-1F06C522CCDA}" dt="2025-04-11T09:36:52.624" v="3513" actId="478"/>
          <ac:picMkLst>
            <pc:docMk/>
            <pc:sldMk cId="2901130868" sldId="403"/>
            <ac:picMk id="11" creationId="{EA62530C-D5F9-0B8C-76DF-B291842A6F3C}"/>
          </ac:picMkLst>
        </pc:picChg>
        <pc:picChg chg="del">
          <ac:chgData name="Johannes Abele" userId="464195223dcae84f" providerId="LiveId" clId="{F0BFFC80-4032-406C-8B52-1F06C522CCDA}" dt="2025-04-11T09:36:51.215" v="3512" actId="478"/>
          <ac:picMkLst>
            <pc:docMk/>
            <pc:sldMk cId="2901130868" sldId="403"/>
            <ac:picMk id="13" creationId="{2CA8AEF2-DDE6-DD20-01F4-B8EF9B22859C}"/>
          </ac:picMkLst>
        </pc:picChg>
        <pc:picChg chg="mod">
          <ac:chgData name="Johannes Abele" userId="464195223dcae84f" providerId="LiveId" clId="{F0BFFC80-4032-406C-8B52-1F06C522CCDA}" dt="2025-04-11T14:08:28.967" v="11496" actId="1076"/>
          <ac:picMkLst>
            <pc:docMk/>
            <pc:sldMk cId="2901130868" sldId="403"/>
            <ac:picMk id="17" creationId="{5358CE3D-1ADC-F42F-0874-45B401F43BF7}"/>
          </ac:picMkLst>
        </pc:picChg>
      </pc:sldChg>
      <pc:sldChg chg="addSp delSp modSp add mod ord">
        <pc:chgData name="Johannes Abele" userId="464195223dcae84f" providerId="LiveId" clId="{F0BFFC80-4032-406C-8B52-1F06C522CCDA}" dt="2025-04-11T13:24:11.657" v="9583" actId="1076"/>
        <pc:sldMkLst>
          <pc:docMk/>
          <pc:sldMk cId="3412089344" sldId="404"/>
        </pc:sldMkLst>
        <pc:spChg chg="mod">
          <ac:chgData name="Johannes Abele" userId="464195223dcae84f" providerId="LiveId" clId="{F0BFFC80-4032-406C-8B52-1F06C522CCDA}" dt="2025-04-11T13:17:23.467" v="9151" actId="20577"/>
          <ac:spMkLst>
            <pc:docMk/>
            <pc:sldMk cId="3412089344" sldId="404"/>
            <ac:spMk id="2" creationId="{B1072CE5-AE6B-DEAE-2F9B-77D84D94CDCB}"/>
          </ac:spMkLst>
        </pc:spChg>
        <pc:spChg chg="add mod">
          <ac:chgData name="Johannes Abele" userId="464195223dcae84f" providerId="LiveId" clId="{F0BFFC80-4032-406C-8B52-1F06C522CCDA}" dt="2025-04-11T13:21:33.982" v="9579" actId="20577"/>
          <ac:spMkLst>
            <pc:docMk/>
            <pc:sldMk cId="3412089344" sldId="404"/>
            <ac:spMk id="6" creationId="{7BC1C5F2-AE34-9C6F-217A-C56988B1125E}"/>
          </ac:spMkLst>
        </pc:spChg>
        <pc:spChg chg="mod">
          <ac:chgData name="Johannes Abele" userId="464195223dcae84f" providerId="LiveId" clId="{F0BFFC80-4032-406C-8B52-1F06C522CCDA}" dt="2025-04-11T13:13:40.968" v="8912" actId="1076"/>
          <ac:spMkLst>
            <pc:docMk/>
            <pc:sldMk cId="3412089344" sldId="404"/>
            <ac:spMk id="7" creationId="{C3D6B4CE-2AE9-222F-6135-334EED5FF695}"/>
          </ac:spMkLst>
        </pc:spChg>
        <pc:spChg chg="del">
          <ac:chgData name="Johannes Abele" userId="464195223dcae84f" providerId="LiveId" clId="{F0BFFC80-4032-406C-8B52-1F06C522CCDA}" dt="2025-04-11T10:19:12.154" v="4924" actId="478"/>
          <ac:spMkLst>
            <pc:docMk/>
            <pc:sldMk cId="3412089344" sldId="404"/>
            <ac:spMk id="13" creationId="{EFCDEB07-42C6-BE2F-00EF-F7192DDB1B4B}"/>
          </ac:spMkLst>
        </pc:spChg>
        <pc:spChg chg="del">
          <ac:chgData name="Johannes Abele" userId="464195223dcae84f" providerId="LiveId" clId="{F0BFFC80-4032-406C-8B52-1F06C522CCDA}" dt="2025-04-11T10:19:15.145" v="4926" actId="478"/>
          <ac:spMkLst>
            <pc:docMk/>
            <pc:sldMk cId="3412089344" sldId="404"/>
            <ac:spMk id="14" creationId="{293E7795-A090-9582-16E8-A47C9D635B34}"/>
          </ac:spMkLst>
        </pc:spChg>
        <pc:picChg chg="del">
          <ac:chgData name="Johannes Abele" userId="464195223dcae84f" providerId="LiveId" clId="{F0BFFC80-4032-406C-8B52-1F06C522CCDA}" dt="2025-04-11T10:19:12.515" v="4925" actId="478"/>
          <ac:picMkLst>
            <pc:docMk/>
            <pc:sldMk cId="3412089344" sldId="404"/>
            <ac:picMk id="5" creationId="{19436792-C2FF-34E2-7FEF-32860FC6A827}"/>
          </ac:picMkLst>
        </pc:picChg>
        <pc:picChg chg="add del mod">
          <ac:chgData name="Johannes Abele" userId="464195223dcae84f" providerId="LiveId" clId="{F0BFFC80-4032-406C-8B52-1F06C522CCDA}" dt="2025-04-11T13:15:28.561" v="9069" actId="478"/>
          <ac:picMkLst>
            <pc:docMk/>
            <pc:sldMk cId="3412089344" sldId="404"/>
            <ac:picMk id="5" creationId="{510BD57B-D2BD-5F65-070B-E0E3ED8A72E3}"/>
          </ac:picMkLst>
        </pc:picChg>
        <pc:picChg chg="add del mod">
          <ac:chgData name="Johannes Abele" userId="464195223dcae84f" providerId="LiveId" clId="{F0BFFC80-4032-406C-8B52-1F06C522CCDA}" dt="2025-04-11T13:17:52.970" v="9157" actId="478"/>
          <ac:picMkLst>
            <pc:docMk/>
            <pc:sldMk cId="3412089344" sldId="404"/>
            <ac:picMk id="9" creationId="{F9277FDC-1751-EBF6-443C-2ECC566BF855}"/>
          </ac:picMkLst>
        </pc:picChg>
        <pc:picChg chg="add mod">
          <ac:chgData name="Johannes Abele" userId="464195223dcae84f" providerId="LiveId" clId="{F0BFFC80-4032-406C-8B52-1F06C522CCDA}" dt="2025-04-11T13:24:11.657" v="9583" actId="1076"/>
          <ac:picMkLst>
            <pc:docMk/>
            <pc:sldMk cId="3412089344" sldId="404"/>
            <ac:picMk id="11" creationId="{784C73EB-3091-BED1-7E29-6FEA63A3C5AE}"/>
          </ac:picMkLst>
        </pc:picChg>
        <pc:picChg chg="del">
          <ac:chgData name="Johannes Abele" userId="464195223dcae84f" providerId="LiveId" clId="{F0BFFC80-4032-406C-8B52-1F06C522CCDA}" dt="2025-04-11T10:19:11.262" v="4923" actId="478"/>
          <ac:picMkLst>
            <pc:docMk/>
            <pc:sldMk cId="3412089344" sldId="404"/>
            <ac:picMk id="12" creationId="{128FF330-1501-CAE7-33B7-9F4E11EE7A9E}"/>
          </ac:picMkLst>
        </pc:picChg>
        <pc:picChg chg="del">
          <ac:chgData name="Johannes Abele" userId="464195223dcae84f" providerId="LiveId" clId="{F0BFFC80-4032-406C-8B52-1F06C522CCDA}" dt="2025-04-11T10:19:10.730" v="4922" actId="478"/>
          <ac:picMkLst>
            <pc:docMk/>
            <pc:sldMk cId="3412089344" sldId="404"/>
            <ac:picMk id="20" creationId="{8951371E-3CCD-E904-9978-B1D289012171}"/>
          </ac:picMkLst>
        </pc:picChg>
      </pc:sldChg>
    </pc:docChg>
  </pc:docChgLst>
  <pc:docChgLst>
    <pc:chgData name="Johannes Abele" userId="464195223dcae84f" providerId="LiveId" clId="{77CED077-DCD2-44CF-A72A-F1BC85E27B5A}"/>
    <pc:docChg chg="undo custSel addSld modSld sldOrd">
      <pc:chgData name="Johannes Abele" userId="464195223dcae84f" providerId="LiveId" clId="{77CED077-DCD2-44CF-A72A-F1BC85E27B5A}" dt="2025-02-25T14:58:47.232" v="2593" actId="20577"/>
      <pc:docMkLst>
        <pc:docMk/>
      </pc:docMkLst>
      <pc:sldChg chg="modSp mod">
        <pc:chgData name="Johannes Abele" userId="464195223dcae84f" providerId="LiveId" clId="{77CED077-DCD2-44CF-A72A-F1BC85E27B5A}" dt="2025-02-25T11:53:15.890" v="1275" actId="1076"/>
        <pc:sldMkLst>
          <pc:docMk/>
          <pc:sldMk cId="1050031534" sldId="257"/>
        </pc:sldMkLst>
        <pc:spChg chg="mod">
          <ac:chgData name="Johannes Abele" userId="464195223dcae84f" providerId="LiveId" clId="{77CED077-DCD2-44CF-A72A-F1BC85E27B5A}" dt="2025-02-25T11:53:11.195" v="1274" actId="20577"/>
          <ac:spMkLst>
            <pc:docMk/>
            <pc:sldMk cId="1050031534" sldId="257"/>
            <ac:spMk id="4" creationId="{00000000-0000-0000-0000-000000000000}"/>
          </ac:spMkLst>
        </pc:spChg>
        <pc:spChg chg="mod">
          <ac:chgData name="Johannes Abele" userId="464195223dcae84f" providerId="LiveId" clId="{77CED077-DCD2-44CF-A72A-F1BC85E27B5A}" dt="2025-02-25T11:53:15.890" v="1275" actId="1076"/>
          <ac:spMkLst>
            <pc:docMk/>
            <pc:sldMk cId="1050031534" sldId="257"/>
            <ac:spMk id="6" creationId="{00000000-0000-0000-0000-000000000000}"/>
          </ac:spMkLst>
        </pc:spChg>
      </pc:sldChg>
      <pc:sldChg chg="modSp mod">
        <pc:chgData name="Johannes Abele" userId="464195223dcae84f" providerId="LiveId" clId="{77CED077-DCD2-44CF-A72A-F1BC85E27B5A}" dt="2025-02-25T14:58:18.581" v="2574" actId="20577"/>
        <pc:sldMkLst>
          <pc:docMk/>
          <pc:sldMk cId="2613744317" sldId="370"/>
        </pc:sldMkLst>
        <pc:spChg chg="mod">
          <ac:chgData name="Johannes Abele" userId="464195223dcae84f" providerId="LiveId" clId="{77CED077-DCD2-44CF-A72A-F1BC85E27B5A}" dt="2025-02-25T11:57:30.420" v="1354" actId="20577"/>
          <ac:spMkLst>
            <pc:docMk/>
            <pc:sldMk cId="2613744317" sldId="370"/>
            <ac:spMk id="5" creationId="{00000000-0000-0000-0000-000000000000}"/>
          </ac:spMkLst>
        </pc:spChg>
      </pc:sldChg>
      <pc:sldChg chg="modSp mod">
        <pc:chgData name="Johannes Abele" userId="464195223dcae84f" providerId="LiveId" clId="{77CED077-DCD2-44CF-A72A-F1BC85E27B5A}" dt="2025-02-25T12:12:24.547" v="1955" actId="20577"/>
        <pc:sldMkLst>
          <pc:docMk/>
          <pc:sldMk cId="624961153" sldId="371"/>
        </pc:sldMkLst>
        <pc:spChg chg="mod">
          <ac:chgData name="Johannes Abele" userId="464195223dcae84f" providerId="LiveId" clId="{77CED077-DCD2-44CF-A72A-F1BC85E27B5A}" dt="2025-02-25T12:12:24.547" v="1955" actId="20577"/>
          <ac:spMkLst>
            <pc:docMk/>
            <pc:sldMk cId="624961153" sldId="371"/>
            <ac:spMk id="2" creationId="{6664AA7F-0966-67AB-EF9B-D872855B4B54}"/>
          </ac:spMkLst>
        </pc:spChg>
      </pc:sldChg>
      <pc:sldChg chg="modSp mod">
        <pc:chgData name="Johannes Abele" userId="464195223dcae84f" providerId="LiveId" clId="{77CED077-DCD2-44CF-A72A-F1BC85E27B5A}" dt="2025-02-25T14:58:47.232" v="2593" actId="20577"/>
        <pc:sldMkLst>
          <pc:docMk/>
          <pc:sldMk cId="2921522425" sldId="373"/>
        </pc:sldMkLst>
      </pc:sldChg>
      <pc:sldChg chg="modSp mod">
        <pc:chgData name="Johannes Abele" userId="464195223dcae84f" providerId="LiveId" clId="{77CED077-DCD2-44CF-A72A-F1BC85E27B5A}" dt="2025-02-25T11:54:19.070" v="1281" actId="20577"/>
        <pc:sldMkLst>
          <pc:docMk/>
          <pc:sldMk cId="701218262" sldId="374"/>
        </pc:sldMkLst>
      </pc:sldChg>
      <pc:sldChg chg="mod modShow">
        <pc:chgData name="Johannes Abele" userId="464195223dcae84f" providerId="LiveId" clId="{77CED077-DCD2-44CF-A72A-F1BC85E27B5A}" dt="2025-02-25T11:33:30.015" v="506" actId="729"/>
        <pc:sldMkLst>
          <pc:docMk/>
          <pc:sldMk cId="3623824763" sldId="375"/>
        </pc:sldMkLst>
      </pc:sldChg>
      <pc:sldChg chg="addSp delSp modSp mod">
        <pc:chgData name="Johannes Abele" userId="464195223dcae84f" providerId="LiveId" clId="{77CED077-DCD2-44CF-A72A-F1BC85E27B5A}" dt="2025-02-25T12:03:21.386" v="1664" actId="14100"/>
        <pc:sldMkLst>
          <pc:docMk/>
          <pc:sldMk cId="4069746731" sldId="376"/>
        </pc:sldMkLst>
        <pc:spChg chg="mod">
          <ac:chgData name="Johannes Abele" userId="464195223dcae84f" providerId="LiveId" clId="{77CED077-DCD2-44CF-A72A-F1BC85E27B5A}" dt="2025-02-25T10:39:53.298" v="382" actId="1076"/>
          <ac:spMkLst>
            <pc:docMk/>
            <pc:sldMk cId="4069746731" sldId="376"/>
            <ac:spMk id="112" creationId="{A75272BC-4419-BD34-E004-79637A5D7015}"/>
          </ac:spMkLst>
        </pc:spChg>
      </pc:sldChg>
      <pc:sldChg chg="mod modShow">
        <pc:chgData name="Johannes Abele" userId="464195223dcae84f" providerId="LiveId" clId="{77CED077-DCD2-44CF-A72A-F1BC85E27B5A}" dt="2025-02-25T11:33:27.608" v="505" actId="729"/>
        <pc:sldMkLst>
          <pc:docMk/>
          <pc:sldMk cId="1286827918" sldId="377"/>
        </pc:sldMkLst>
      </pc:sldChg>
      <pc:sldChg chg="modSp mod">
        <pc:chgData name="Johannes Abele" userId="464195223dcae84f" providerId="LiveId" clId="{77CED077-DCD2-44CF-A72A-F1BC85E27B5A}" dt="2025-02-25T11:54:53.298" v="1285" actId="20577"/>
        <pc:sldMkLst>
          <pc:docMk/>
          <pc:sldMk cId="2613266043" sldId="379"/>
        </pc:sldMkLst>
      </pc:sldChg>
      <pc:sldChg chg="modSp mod modShow">
        <pc:chgData name="Johannes Abele" userId="464195223dcae84f" providerId="LiveId" clId="{77CED077-DCD2-44CF-A72A-F1BC85E27B5A}" dt="2025-02-25T14:32:57.418" v="2033" actId="20577"/>
        <pc:sldMkLst>
          <pc:docMk/>
          <pc:sldMk cId="1148394719" sldId="380"/>
        </pc:sldMkLst>
      </pc:sldChg>
      <pc:sldChg chg="modSp mod modShow">
        <pc:chgData name="Johannes Abele" userId="464195223dcae84f" providerId="LiveId" clId="{77CED077-DCD2-44CF-A72A-F1BC85E27B5A}" dt="2025-02-25T11:55:03.354" v="1295" actId="20577"/>
        <pc:sldMkLst>
          <pc:docMk/>
          <pc:sldMk cId="3889023416" sldId="381"/>
        </pc:sldMkLst>
      </pc:sldChg>
      <pc:sldChg chg="modSp mod modShow">
        <pc:chgData name="Johannes Abele" userId="464195223dcae84f" providerId="LiveId" clId="{77CED077-DCD2-44CF-A72A-F1BC85E27B5A}" dt="2025-02-25T14:33:00.619" v="2035" actId="20577"/>
        <pc:sldMkLst>
          <pc:docMk/>
          <pc:sldMk cId="4023714784" sldId="382"/>
        </pc:sldMkLst>
      </pc:sldChg>
      <pc:sldChg chg="modSp mod modShow">
        <pc:chgData name="Johannes Abele" userId="464195223dcae84f" providerId="LiveId" clId="{77CED077-DCD2-44CF-A72A-F1BC85E27B5A}" dt="2025-02-25T14:57:14.413" v="2534" actId="729"/>
        <pc:sldMkLst>
          <pc:docMk/>
          <pc:sldMk cId="1222544964" sldId="383"/>
        </pc:sldMkLst>
      </pc:sldChg>
      <pc:sldChg chg="mod modShow">
        <pc:chgData name="Johannes Abele" userId="464195223dcae84f" providerId="LiveId" clId="{77CED077-DCD2-44CF-A72A-F1BC85E27B5A}" dt="2025-02-25T11:33:31.668" v="507" actId="729"/>
        <pc:sldMkLst>
          <pc:docMk/>
          <pc:sldMk cId="3037061210" sldId="385"/>
        </pc:sldMkLst>
      </pc:sldChg>
      <pc:sldChg chg="modSp mod modShow">
        <pc:chgData name="Johannes Abele" userId="464195223dcae84f" providerId="LiveId" clId="{77CED077-DCD2-44CF-A72A-F1BC85E27B5A}" dt="2025-02-25T14:31:55.463" v="2011" actId="14100"/>
        <pc:sldMkLst>
          <pc:docMk/>
          <pc:sldMk cId="3497140579" sldId="386"/>
        </pc:sldMkLst>
      </pc:sldChg>
      <pc:sldChg chg="addSp delSp modSp add mod">
        <pc:chgData name="Johannes Abele" userId="464195223dcae84f" providerId="LiveId" clId="{77CED077-DCD2-44CF-A72A-F1BC85E27B5A}" dt="2025-02-25T14:56:30.284" v="2533" actId="20577"/>
        <pc:sldMkLst>
          <pc:docMk/>
          <pc:sldMk cId="1330539844" sldId="387"/>
        </pc:sldMkLst>
      </pc:sldChg>
      <pc:sldChg chg="addSp delSp modSp add mod">
        <pc:chgData name="Johannes Abele" userId="464195223dcae84f" providerId="LiveId" clId="{77CED077-DCD2-44CF-A72A-F1BC85E27B5A}" dt="2025-02-25T11:58:30.221" v="1388" actId="207"/>
        <pc:sldMkLst>
          <pc:docMk/>
          <pc:sldMk cId="3710325898" sldId="388"/>
        </pc:sldMkLst>
      </pc:sldChg>
      <pc:sldChg chg="addSp delSp modSp add mod">
        <pc:chgData name="Johannes Abele" userId="464195223dcae84f" providerId="LiveId" clId="{77CED077-DCD2-44CF-A72A-F1BC85E27B5A}" dt="2025-02-25T14:31:01.798" v="2010" actId="20577"/>
        <pc:sldMkLst>
          <pc:docMk/>
          <pc:sldMk cId="190078785" sldId="389"/>
        </pc:sldMkLst>
        <pc:spChg chg="mod">
          <ac:chgData name="Johannes Abele" userId="464195223dcae84f" providerId="LiveId" clId="{77CED077-DCD2-44CF-A72A-F1BC85E27B5A}" dt="2025-02-25T14:31:01.798" v="2010" actId="20577"/>
          <ac:spMkLst>
            <pc:docMk/>
            <pc:sldMk cId="190078785" sldId="389"/>
            <ac:spMk id="2" creationId="{26CC688D-EC09-BEFF-4A78-E21CF270DE7A}"/>
          </ac:spMkLst>
        </pc:spChg>
      </pc:sldChg>
      <pc:sldChg chg="modSp add mod ord">
        <pc:chgData name="Johannes Abele" userId="464195223dcae84f" providerId="LiveId" clId="{77CED077-DCD2-44CF-A72A-F1BC85E27B5A}" dt="2025-02-25T14:58:10.644" v="2555" actId="20577"/>
        <pc:sldMkLst>
          <pc:docMk/>
          <pc:sldMk cId="289289086" sldId="390"/>
        </pc:sldMkLst>
      </pc:sldChg>
      <pc:sldChg chg="addSp delSp modSp add mod">
        <pc:chgData name="Johannes Abele" userId="464195223dcae84f" providerId="LiveId" clId="{77CED077-DCD2-44CF-A72A-F1BC85E27B5A}" dt="2025-02-25T14:30:25.456" v="2006" actId="1076"/>
        <pc:sldMkLst>
          <pc:docMk/>
          <pc:sldMk cId="3672339760" sldId="391"/>
        </pc:sldMkLst>
      </pc:sldChg>
    </pc:docChg>
  </pc:docChgLst>
  <pc:docChgLst>
    <pc:chgData name="Johannes Abele" userId="464195223dcae84f" providerId="LiveId" clId="{BE40DDA8-435F-45A1-B47E-CE3D74EDD0F0}"/>
    <pc:docChg chg="undo custSel addSld delSld modSld">
      <pc:chgData name="Johannes Abele" userId="464195223dcae84f" providerId="LiveId" clId="{BE40DDA8-435F-45A1-B47E-CE3D74EDD0F0}" dt="2024-08-30T07:30:47.519" v="7588" actId="114"/>
      <pc:docMkLst>
        <pc:docMk/>
      </pc:docMkLst>
      <pc:sldChg chg="modSp mod">
        <pc:chgData name="Johannes Abele" userId="464195223dcae84f" providerId="LiveId" clId="{BE40DDA8-435F-45A1-B47E-CE3D74EDD0F0}" dt="2024-08-22T09:55:38.565" v="33" actId="404"/>
        <pc:sldMkLst>
          <pc:docMk/>
          <pc:sldMk cId="1050031534" sldId="257"/>
        </pc:sldMkLst>
      </pc:sldChg>
      <pc:sldChg chg="delSp modSp mod">
        <pc:chgData name="Johannes Abele" userId="464195223dcae84f" providerId="LiveId" clId="{BE40DDA8-435F-45A1-B47E-CE3D74EDD0F0}" dt="2024-08-23T10:19:33.768" v="4356" actId="20577"/>
        <pc:sldMkLst>
          <pc:docMk/>
          <pc:sldMk cId="2613744317" sldId="370"/>
        </pc:sldMkLst>
      </pc:sldChg>
      <pc:sldChg chg="addSp delSp modSp mod">
        <pc:chgData name="Johannes Abele" userId="464195223dcae84f" providerId="LiveId" clId="{BE40DDA8-435F-45A1-B47E-CE3D74EDD0F0}" dt="2024-08-28T10:06:36.700" v="7507" actId="20577"/>
        <pc:sldMkLst>
          <pc:docMk/>
          <pc:sldMk cId="624961153" sldId="371"/>
        </pc:sldMkLst>
      </pc:sldChg>
      <pc:sldChg chg="addSp delSp modSp mod">
        <pc:chgData name="Johannes Abele" userId="464195223dcae84f" providerId="LiveId" clId="{BE40DDA8-435F-45A1-B47E-CE3D74EDD0F0}" dt="2024-08-28T10:02:15.033" v="7286" actId="1076"/>
        <pc:sldMkLst>
          <pc:docMk/>
          <pc:sldMk cId="4234222170" sldId="372"/>
        </pc:sldMkLst>
      </pc:sldChg>
      <pc:sldChg chg="addSp delSp modSp mod">
        <pc:chgData name="Johannes Abele" userId="464195223dcae84f" providerId="LiveId" clId="{BE40DDA8-435F-45A1-B47E-CE3D74EDD0F0}" dt="2024-08-30T07:30:47.519" v="7588" actId="114"/>
        <pc:sldMkLst>
          <pc:docMk/>
          <pc:sldMk cId="2921522425" sldId="373"/>
        </pc:sldMkLst>
      </pc:sldChg>
      <pc:sldChg chg="addSp delSp modSp del mod">
        <pc:chgData name="Johannes Abele" userId="464195223dcae84f" providerId="LiveId" clId="{BE40DDA8-435F-45A1-B47E-CE3D74EDD0F0}" dt="2024-08-22T09:58:58.727" v="254" actId="2696"/>
        <pc:sldMkLst>
          <pc:docMk/>
          <pc:sldMk cId="155520983" sldId="374"/>
        </pc:sldMkLst>
      </pc:sldChg>
      <pc:sldChg chg="addSp delSp modSp add mod">
        <pc:chgData name="Johannes Abele" userId="464195223dcae84f" providerId="LiveId" clId="{BE40DDA8-435F-45A1-B47E-CE3D74EDD0F0}" dt="2024-08-30T07:29:59.328" v="7583" actId="1076"/>
        <pc:sldMkLst>
          <pc:docMk/>
          <pc:sldMk cId="701218262" sldId="374"/>
        </pc:sldMkLst>
      </pc:sldChg>
      <pc:sldChg chg="del">
        <pc:chgData name="Johannes Abele" userId="464195223dcae84f" providerId="LiveId" clId="{BE40DDA8-435F-45A1-B47E-CE3D74EDD0F0}" dt="2024-08-22T10:00:08.858" v="255" actId="2696"/>
        <pc:sldMkLst>
          <pc:docMk/>
          <pc:sldMk cId="122640009" sldId="375"/>
        </pc:sldMkLst>
      </pc:sldChg>
      <pc:sldChg chg="addSp modSp new mod">
        <pc:chgData name="Johannes Abele" userId="464195223dcae84f" providerId="LiveId" clId="{BE40DDA8-435F-45A1-B47E-CE3D74EDD0F0}" dt="2024-08-23T14:19:10.018" v="7154" actId="20577"/>
        <pc:sldMkLst>
          <pc:docMk/>
          <pc:sldMk cId="3623824763" sldId="37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DDF3964-FB6F-4ADF-9F9B-745AC6C1C3A1}" type="datetimeFigureOut">
              <a:rPr lang="en-GB" smtClean="0"/>
              <a:t>14/04/2025</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3319242-C7E3-44F8-9126-DC68D2CF8095}" type="slidenum">
              <a:rPr lang="en-GB" smtClean="0"/>
              <a:t>‹#›</a:t>
            </a:fld>
            <a:endParaRPr lang="en-GB" dirty="0"/>
          </a:p>
        </p:txBody>
      </p:sp>
    </p:spTree>
    <p:extLst>
      <p:ext uri="{BB962C8B-B14F-4D97-AF65-F5344CB8AC3E}">
        <p14:creationId xmlns:p14="http://schemas.microsoft.com/office/powerpoint/2010/main" val="3523864181"/>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8T10:12:49.585"/>
    </inkml:context>
    <inkml:brush xml:id="br0">
      <inkml:brushProperty name="width" value="0.05" units="cm"/>
      <inkml:brushProperty name="height" value="0.05" units="cm"/>
    </inkml:brush>
  </inkml:definitions>
  <inkml:trace contextRef="#ctx0" brushRef="#br0">9504 0 24575,'-2'28'0,"-1"-1"0,-12 51 0,8-47 0,0-7 0,-1-1 0,-1 0 0,-24 44 0,2-6 0,7-6 0,-3-2 0,-40 59 0,52-90 0,-1 0 0,-1-2 0,-2 0 0,1-1 0,-2-1 0,-1-1 0,-30 20 0,21-15 0,1 1 0,-44 45 0,-24 19 0,84-77 0,-1-1 0,0 0 0,-1-1 0,1 0 0,-31 10 0,-37 9 0,-105 36 0,144-49 0,0-2 0,-81 12 0,-7 1 0,92-18 0,0-2 0,0-1 0,-47-2 0,38-1 0,-73 10 0,-14 9 0,0-6 0,-150-4 0,-849-11 0,1082-1 0,-54-10 0,-42-2 0,-13 15 0,46 0 0,-116-13 0,-260-6 0,452 17 0,-59-11 0,-19-1 0,-193 14 0,-63-3 0,345-1 0,1-2 0,-47-13 0,43 10 0,-53-8 0,-4 10 0,-94 8 0,119 1 0,-1-3 0,1-2 0,-117-20 0,122 10 0,0 3 0,-1 2 0,-93 1 0,67 8 0,-138-4 0,206 0 0,0-1 0,0-1 0,-29-11 0,-27-6 0,-59 7 0,36 6 0,-17 0 0,-23-4 0,117 8 0,1-1 0,-1-1 0,-33-16 0,36 15 0,0 0 0,-1 1 0,1 0 0,-1 2 0,-27-5 0,-110 6 0,116 5 0,0-2 0,-1-2 0,1-1 0,-56-13 0,90 15 0,-32-9 0,0 2 0,-55-7 0,70 12 0,0-1 0,1-1 0,0-1 0,0-1 0,0-1 0,1-1 0,-25-14 0,26 12 0,1 0 0,0-1 0,0 0 0,1-2 0,1 0 0,-15-17 0,2-3 0,-43-70 0,11 21 0,42 60 0,0 0 0,2-2 0,-17-33 0,14 17 0,0-2 0,-1 1 0,-33-48 0,51 87 0,0 0 0,0 0 0,0 1 0,0-1 0,-1 1 0,1-1 0,-1 1 0,0 0 0,1 0 0,-1 0 0,0 0 0,-6-2 0,7 4 0,1 0 0,-1-1 0,0 1 0,1 0 0,-1 0 0,0 1 0,1-1 0,-1 0 0,0 0 0,1 1 0,-1-1 0,0 1 0,1 0 0,-1-1 0,1 1 0,-1 0 0,1 0 0,-1 0 0,1 0 0,0 0 0,0 0 0,-1 0 0,1 1 0,0-1 0,0 0 0,0 1 0,0-1 0,0 2 0,-10 14 0,1 0 0,1 1 0,-12 34 0,11-27 0,-16 31 0,18-43 0,5-9 0,0-1 0,1 1 0,-1 0 0,1 0 0,0-1 0,0 1 0,1 1 0,-1-1 0,1 0 0,0 0 0,0 0 0,0 1 0,0 8 0,1-13 0,0 0 0,1 1 0,-1-1 0,0 1 0,0-1 0,0 0 0,0 1 0,1-1 0,-1 1 0,0-1 0,0 0 0,1 1 0,-1-1 0,0 0 0,1 0 0,-1 1 0,0-1 0,1 0 0,-1 0 0,0 1 0,1-1 0,-1 0 0,0 0 0,1 0 0,-1 0 0,1 1 0,-1-1 0,0 0 0,1 0 0,-1 0 0,1 0 0,-1 0 0,1 0 0,0 0 0,16-9 0,11-19 0,-20 13 0,0 0 0,-1 0 0,-1-1 0,0 0 0,-1 0 0,-1 0 0,-1-1 0,0 1 0,1-22 0,-4 34 0,0-1 0,1 0 0,0 0 0,0 1 0,0-1 0,1 1 0,-1-1 0,1 1 0,0 0 0,0-1 0,1 1 0,-1 0 0,1 0 0,0 1 0,0-1 0,0 1 0,1-1 0,4-3 0,-3 4 0,1 0 0,-1 1 0,1-1 0,0 1 0,-1 0 0,1 0 0,0 1 0,0 0 0,1 0 0,-1 0 0,0 1 0,0 0 0,12 1 0,16 3 0,33 9 0,-37-7 0,58 6 0,-47-13-84,27 1 282,-64 1-296,-1-1-1,1 1 0,0 0 1,-1 0-1,0 0 1,1 0-1,-1 0 0,1 1 1,-1 0-1,0-1 0,0 1 1,0 0-1,0 1 1,4 4-1,10 16-6727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8AEAC2-49EE-4F45-A043-3BA3F0E29325}" type="datetimeFigureOut">
              <a:rPr lang="en-GB" smtClean="0"/>
              <a:t>14/04/2025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E4526D-4282-4AA2-AEFF-B160EFDA1062}" type="slidenum">
              <a:rPr lang="en-GB" smtClean="0"/>
              <a:t>‹#›</a:t>
            </a:fld>
            <a:endParaRPr lang="en-GB" dirty="0"/>
          </a:p>
        </p:txBody>
      </p:sp>
    </p:spTree>
    <p:extLst>
      <p:ext uri="{BB962C8B-B14F-4D97-AF65-F5344CB8AC3E}">
        <p14:creationId xmlns:p14="http://schemas.microsoft.com/office/powerpoint/2010/main" val="33144639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541464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01275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GB" dirty="0"/>
          </a:p>
        </p:txBody>
      </p:sp>
    </p:spTree>
    <p:extLst>
      <p:ext uri="{BB962C8B-B14F-4D97-AF65-F5344CB8AC3E}">
        <p14:creationId xmlns:p14="http://schemas.microsoft.com/office/powerpoint/2010/main" val="11987203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print">
            <a:extLst>
              <a:ext uri="{28A0092B-C50C-407E-A947-70E740481C1C}">
                <a14:useLocalDpi xmlns:a14="http://schemas.microsoft.com/office/drawing/2010/main" val="0"/>
              </a:ext>
            </a:extLst>
          </a:blip>
          <a:srcRect t="12312" b="23911"/>
          <a:stretch/>
        </p:blipFill>
        <p:spPr>
          <a:xfrm>
            <a:off x="0" y="0"/>
            <a:ext cx="12340095" cy="4426723"/>
          </a:xfrm>
          <a:prstGeom prst="rect">
            <a:avLst/>
          </a:prstGeom>
        </p:spPr>
      </p:pic>
      <p:sp>
        <p:nvSpPr>
          <p:cNvPr id="6" name="Title 1"/>
          <p:cNvSpPr>
            <a:spLocks noGrp="1"/>
          </p:cNvSpPr>
          <p:nvPr>
            <p:ph type="ctrTitle"/>
          </p:nvPr>
        </p:nvSpPr>
        <p:spPr>
          <a:xfrm>
            <a:off x="2152834" y="946579"/>
            <a:ext cx="7566222" cy="1956306"/>
          </a:xfrm>
          <a:prstGeom prst="rect">
            <a:avLst/>
          </a:prstGeom>
        </p:spPr>
        <p:txBody>
          <a:bodyPr anchor="ctr"/>
          <a:lstStyle>
            <a:lvl1pPr algn="l">
              <a:lnSpc>
                <a:spcPct val="100000"/>
              </a:lnSpc>
              <a:defRPr sz="4000" b="1" cap="all" spc="200" baseline="0">
                <a:solidFill>
                  <a:schemeClr val="accent6"/>
                </a:solidFill>
                <a:latin typeface="Arial Black" panose="020B0A04020102020204" pitchFamily="34" charset="0"/>
              </a:defRPr>
            </a:lvl1pPr>
          </a:lstStyle>
          <a:p>
            <a:r>
              <a:rPr lang="en-US"/>
              <a:t>Click to edit Master title style</a:t>
            </a:r>
            <a:endParaRPr lang="fr-FR"/>
          </a:p>
        </p:txBody>
      </p:sp>
      <p:sp>
        <p:nvSpPr>
          <p:cNvPr id="9" name="Text Placeholder 8"/>
          <p:cNvSpPr>
            <a:spLocks noGrp="1"/>
          </p:cNvSpPr>
          <p:nvPr>
            <p:ph type="body" sz="quarter" idx="10" hasCustomPrompt="1"/>
          </p:nvPr>
        </p:nvSpPr>
        <p:spPr>
          <a:xfrm>
            <a:off x="2166603" y="2573078"/>
            <a:ext cx="7561597" cy="946409"/>
          </a:xfrm>
          <a:prstGeom prst="rect">
            <a:avLst/>
          </a:prstGeom>
        </p:spPr>
        <p:txBody>
          <a:bodyPr anchor="ctr"/>
          <a:lstStyle>
            <a:lvl1pPr marL="0" indent="0">
              <a:buNone/>
              <a:defRPr sz="3000" b="1">
                <a:solidFill>
                  <a:srgbClr val="ED9B3C"/>
                </a:solidFill>
                <a:latin typeface="Arial Black" panose="020B0A04020102020204" pitchFamily="34" charset="0"/>
              </a:defRPr>
            </a:lvl1pPr>
          </a:lstStyle>
          <a:p>
            <a:pPr lvl="0"/>
            <a:r>
              <a:rPr lang="en-US"/>
              <a:t>EDIT MASTER TEXT STYLES</a:t>
            </a:r>
          </a:p>
        </p:txBody>
      </p:sp>
      <p:sp>
        <p:nvSpPr>
          <p:cNvPr id="10" name="Text Placeholder 8"/>
          <p:cNvSpPr>
            <a:spLocks noGrp="1"/>
          </p:cNvSpPr>
          <p:nvPr>
            <p:ph type="body" sz="quarter" idx="11" hasCustomPrompt="1"/>
          </p:nvPr>
        </p:nvSpPr>
        <p:spPr>
          <a:xfrm>
            <a:off x="2152834" y="3519487"/>
            <a:ext cx="7575366" cy="1626499"/>
          </a:xfrm>
          <a:prstGeom prst="rect">
            <a:avLst/>
          </a:prstGeom>
        </p:spPr>
        <p:txBody>
          <a:bodyPr anchor="ctr"/>
          <a:lstStyle>
            <a:lvl1pPr marL="0" indent="0">
              <a:buNone/>
              <a:defRPr sz="2500" b="1">
                <a:solidFill>
                  <a:srgbClr val="EB6651"/>
                </a:solidFill>
                <a:latin typeface="Arial Black" panose="020B0A04020102020204" pitchFamily="34" charset="0"/>
              </a:defRPr>
            </a:lvl1pPr>
          </a:lstStyle>
          <a:p>
            <a:pPr lvl="0"/>
            <a:r>
              <a:rPr lang="en-US"/>
              <a:t>Edit master text styles</a:t>
            </a:r>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12312" b="23911"/>
          <a:stretch/>
        </p:blipFill>
        <p:spPr>
          <a:xfrm>
            <a:off x="0" y="2431277"/>
            <a:ext cx="12340095" cy="4426723"/>
          </a:xfrm>
          <a:prstGeom prst="rect">
            <a:avLst/>
          </a:prstGeom>
        </p:spPr>
      </p:pic>
    </p:spTree>
    <p:extLst>
      <p:ext uri="{BB962C8B-B14F-4D97-AF65-F5344CB8AC3E}">
        <p14:creationId xmlns:p14="http://schemas.microsoft.com/office/powerpoint/2010/main" val="258695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rtcile_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1"/>
            <a:ext cx="12192305" cy="6857829"/>
          </a:xfrm>
          <a:prstGeom prst="rect">
            <a:avLst/>
          </a:prstGeom>
        </p:spPr>
      </p:pic>
      <p:sp>
        <p:nvSpPr>
          <p:cNvPr id="12" name="Title 1"/>
          <p:cNvSpPr>
            <a:spLocks noGrp="1"/>
          </p:cNvSpPr>
          <p:nvPr>
            <p:ph type="title" hasCustomPrompt="1"/>
          </p:nvPr>
        </p:nvSpPr>
        <p:spPr>
          <a:xfrm>
            <a:off x="621325" y="0"/>
            <a:ext cx="10190923" cy="1052623"/>
          </a:xfrm>
          <a:prstGeom prst="rect">
            <a:avLst/>
          </a:prstGeom>
        </p:spPr>
        <p:txBody>
          <a:bodyPr anchor="ctr"/>
          <a:lstStyle>
            <a:lvl1pPr algn="l">
              <a:lnSpc>
                <a:spcPct val="110000"/>
              </a:lnSpc>
              <a:defRPr sz="2500" b="1" spc="200" baseline="0">
                <a:solidFill>
                  <a:schemeClr val="tx1"/>
                </a:solidFill>
                <a:latin typeface="Arial Black" panose="020B0A04020102020204" pitchFamily="34" charset="0"/>
              </a:defRPr>
            </a:lvl1pPr>
          </a:lstStyle>
          <a:p>
            <a:r>
              <a:rPr lang="en-US"/>
              <a:t>CLICK TO EDIT MASTER TITLE STYLE</a:t>
            </a:r>
            <a:endParaRPr lang="fr-FR"/>
          </a:p>
        </p:txBody>
      </p:sp>
      <p:sp>
        <p:nvSpPr>
          <p:cNvPr id="5" name="ZoneTexte 4"/>
          <p:cNvSpPr txBox="1"/>
          <p:nvPr userDrawn="1"/>
        </p:nvSpPr>
        <p:spPr>
          <a:xfrm>
            <a:off x="10608501" y="576555"/>
            <a:ext cx="792000" cy="297454"/>
          </a:xfrm>
          <a:prstGeom prst="rect">
            <a:avLst/>
          </a:prstGeom>
          <a:noFill/>
        </p:spPr>
        <p:txBody>
          <a:bodyPr wrap="square" rtlCol="0">
            <a:spAutoFit/>
          </a:bodyPr>
          <a:lstStyle/>
          <a:p>
            <a:pPr algn="ctr"/>
            <a:fld id="{4613051D-303E-4467-8104-E7402A7731BD}" type="slidenum">
              <a:rPr lang="fr-FR" sz="1333" smtClean="0">
                <a:solidFill>
                  <a:schemeClr val="accent6"/>
                </a:solidFill>
                <a:latin typeface="Verdana" panose="020B0604030504040204" pitchFamily="34" charset="0"/>
                <a:ea typeface="Verdana" panose="020B0604030504040204" pitchFamily="34" charset="0"/>
                <a:cs typeface="Verdana" panose="020B0604030504040204" pitchFamily="34" charset="0"/>
              </a:rPr>
              <a:t>‹#›</a:t>
            </a:fld>
            <a:endParaRPr lang="fr-FR" sz="1333" dirty="0">
              <a:solidFill>
                <a:schemeClr val="accent6"/>
              </a:solidFill>
              <a:latin typeface="Verdana" panose="020B0604030504040204" pitchFamily="34" charset="0"/>
              <a:ea typeface="Verdana" panose="020B0604030504040204" pitchFamily="34" charset="0"/>
              <a:cs typeface="Verdana" panose="020B0604030504040204" pitchFamily="34" charset="0"/>
            </a:endParaRPr>
          </a:p>
        </p:txBody>
      </p:sp>
      <p:pic>
        <p:nvPicPr>
          <p:cNvPr id="4" name="Imag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949870" y="6340381"/>
            <a:ext cx="83377" cy="422447"/>
          </a:xfrm>
          <a:prstGeom prst="rect">
            <a:avLst/>
          </a:prstGeom>
        </p:spPr>
      </p:pic>
      <p:sp>
        <p:nvSpPr>
          <p:cNvPr id="8" name="Text Placeholder 7"/>
          <p:cNvSpPr>
            <a:spLocks noGrp="1"/>
          </p:cNvSpPr>
          <p:nvPr>
            <p:ph type="body" sz="quarter" idx="11"/>
          </p:nvPr>
        </p:nvSpPr>
        <p:spPr>
          <a:xfrm>
            <a:off x="238882" y="1052623"/>
            <a:ext cx="11710988" cy="804862"/>
          </a:xfrm>
          <a:prstGeom prst="rect">
            <a:avLst/>
          </a:prstGeom>
        </p:spPr>
        <p:txBody>
          <a:bodyPr anchor="ctr" anchorCtr="0">
            <a:normAutofit/>
          </a:bodyPr>
          <a:lstStyle>
            <a:lvl1pPr>
              <a:defRPr sz="1800">
                <a:solidFill>
                  <a:schemeClr val="accent2"/>
                </a:solidFill>
                <a:latin typeface="Verdana" panose="020B0604030504040204" pitchFamily="34" charset="0"/>
                <a:ea typeface="Verdana" panose="020B0604030504040204" pitchFamily="34" charset="0"/>
              </a:defRPr>
            </a:lvl1pPr>
          </a:lstStyle>
          <a:p>
            <a:pPr lvl="0"/>
            <a:r>
              <a:rPr lang="en-US"/>
              <a:t>Edit Master text styles</a:t>
            </a:r>
            <a:endParaRPr lang="en-GB"/>
          </a:p>
        </p:txBody>
      </p:sp>
      <p:sp>
        <p:nvSpPr>
          <p:cNvPr id="13" name="Slide Number Placeholder 1"/>
          <p:cNvSpPr>
            <a:spLocks noGrp="1"/>
          </p:cNvSpPr>
          <p:nvPr>
            <p:ph type="sldNum" sz="quarter" idx="4"/>
          </p:nvPr>
        </p:nvSpPr>
        <p:spPr>
          <a:xfrm>
            <a:off x="82827" y="639770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409BD1-A964-4FD9-BBE3-20B2B964D622}" type="slidenum">
              <a:rPr lang="en-GB" smtClean="0"/>
              <a:pPr/>
              <a:t>‹#›</a:t>
            </a:fld>
            <a:endParaRPr lang="en-GB" dirty="0"/>
          </a:p>
        </p:txBody>
      </p:sp>
    </p:spTree>
    <p:extLst>
      <p:ext uri="{BB962C8B-B14F-4D97-AF65-F5344CB8AC3E}">
        <p14:creationId xmlns:p14="http://schemas.microsoft.com/office/powerpoint/2010/main" val="4014302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artcile_b">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1007437" y="1892829"/>
            <a:ext cx="10177131" cy="3168352"/>
          </a:xfrm>
          <a:prstGeom prst="rect">
            <a:avLst/>
          </a:prstGeom>
        </p:spPr>
        <p:txBody>
          <a:bodyPr anchor="ctr"/>
          <a:lstStyle>
            <a:lvl1pPr algn="ctr">
              <a:defRPr sz="3733" b="1" cap="all" spc="201" baseline="0">
                <a:solidFill>
                  <a:schemeClr val="accent6"/>
                </a:solidFill>
                <a:latin typeface="Century Gothic" panose="020B0502020202020204" pitchFamily="34" charset="0"/>
              </a:defRPr>
            </a:lvl1pPr>
          </a:lstStyle>
          <a:p>
            <a:r>
              <a:rPr lang="en-US"/>
              <a:t>“ Click to edit Master title style ”</a:t>
            </a:r>
            <a:endParaRPr lang="fr-F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1"/>
            <a:ext cx="12192306" cy="6857829"/>
          </a:xfrm>
          <a:prstGeom prst="rect">
            <a:avLst/>
          </a:prstGeom>
        </p:spPr>
      </p:pic>
      <p:pic>
        <p:nvPicPr>
          <p:cNvPr id="6" name="Imag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400501" y="6291849"/>
            <a:ext cx="75797" cy="384043"/>
          </a:xfrm>
          <a:prstGeom prst="rect">
            <a:avLst/>
          </a:prstGeom>
        </p:spPr>
      </p:pic>
    </p:spTree>
    <p:extLst>
      <p:ext uri="{BB962C8B-B14F-4D97-AF65-F5344CB8AC3E}">
        <p14:creationId xmlns:p14="http://schemas.microsoft.com/office/powerpoint/2010/main" val="1425499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artcile_b">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1007437" y="1892829"/>
            <a:ext cx="10177131" cy="3168352"/>
          </a:xfrm>
          <a:prstGeom prst="rect">
            <a:avLst/>
          </a:prstGeom>
        </p:spPr>
        <p:txBody>
          <a:bodyPr anchor="ctr"/>
          <a:lstStyle>
            <a:lvl1pPr algn="ctr">
              <a:defRPr sz="3733" b="1" cap="all" spc="201" baseline="0">
                <a:solidFill>
                  <a:schemeClr val="accent6"/>
                </a:solidFill>
                <a:latin typeface="Century Gothic" panose="020B0502020202020204" pitchFamily="34" charset="0"/>
              </a:defRPr>
            </a:lvl1pPr>
          </a:lstStyle>
          <a:p>
            <a:r>
              <a:rPr lang="en-US"/>
              <a:t>“ Click to edit Master title style ”</a:t>
            </a:r>
            <a:endParaRPr lang="fr-F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1"/>
            <a:ext cx="12192305" cy="6857829"/>
          </a:xfrm>
          <a:prstGeom prst="rect">
            <a:avLst/>
          </a:prstGeom>
        </p:spPr>
      </p:pic>
      <p:pic>
        <p:nvPicPr>
          <p:cNvPr id="6" name="Imag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400501" y="6291849"/>
            <a:ext cx="75797" cy="384043"/>
          </a:xfrm>
          <a:prstGeom prst="rect">
            <a:avLst/>
          </a:prstGeom>
        </p:spPr>
      </p:pic>
    </p:spTree>
    <p:extLst>
      <p:ext uri="{BB962C8B-B14F-4D97-AF65-F5344CB8AC3E}">
        <p14:creationId xmlns:p14="http://schemas.microsoft.com/office/powerpoint/2010/main" val="793354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artcile_b">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1"/>
            <a:ext cx="12192306" cy="6857829"/>
          </a:xfrm>
          <a:prstGeom prst="rect">
            <a:avLst/>
          </a:prstGeom>
        </p:spPr>
      </p:pic>
    </p:spTree>
    <p:extLst>
      <p:ext uri="{BB962C8B-B14F-4D97-AF65-F5344CB8AC3E}">
        <p14:creationId xmlns:p14="http://schemas.microsoft.com/office/powerpoint/2010/main" val="417986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artcile_b">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7657"/>
          </a:xfrm>
          <a:prstGeom prst="rect">
            <a:avLst/>
          </a:prstGeom>
        </p:spPr>
      </p:pic>
    </p:spTree>
    <p:extLst>
      <p:ext uri="{BB962C8B-B14F-4D97-AF65-F5344CB8AC3E}">
        <p14:creationId xmlns:p14="http://schemas.microsoft.com/office/powerpoint/2010/main" val="640215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artcile_b">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343"/>
            <a:ext cx="12192000" cy="6857657"/>
          </a:xfrm>
          <a:prstGeom prst="rect">
            <a:avLst/>
          </a:prstGeom>
        </p:spPr>
      </p:pic>
    </p:spTree>
    <p:extLst>
      <p:ext uri="{BB962C8B-B14F-4D97-AF65-F5344CB8AC3E}">
        <p14:creationId xmlns:p14="http://schemas.microsoft.com/office/powerpoint/2010/main" val="354791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artcile_b">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1"/>
            <a:ext cx="12192000" cy="6857657"/>
          </a:xfrm>
          <a:prstGeom prst="rect">
            <a:avLst/>
          </a:prstGeom>
        </p:spPr>
      </p:pic>
    </p:spTree>
    <p:extLst>
      <p:ext uri="{BB962C8B-B14F-4D97-AF65-F5344CB8AC3E}">
        <p14:creationId xmlns:p14="http://schemas.microsoft.com/office/powerpoint/2010/main" val="1829476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artcile_b">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1"/>
            <a:ext cx="12192000" cy="6857657"/>
          </a:xfrm>
          <a:prstGeom prst="rect">
            <a:avLst/>
          </a:prstGeom>
        </p:spPr>
      </p:pic>
    </p:spTree>
    <p:extLst>
      <p:ext uri="{BB962C8B-B14F-4D97-AF65-F5344CB8AC3E}">
        <p14:creationId xmlns:p14="http://schemas.microsoft.com/office/powerpoint/2010/main" val="952216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artcile_b">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1"/>
            <a:ext cx="12192000" cy="6857657"/>
          </a:xfrm>
          <a:prstGeom prst="rect">
            <a:avLst/>
          </a:prstGeom>
        </p:spPr>
      </p:pic>
    </p:spTree>
    <p:extLst>
      <p:ext uri="{BB962C8B-B14F-4D97-AF65-F5344CB8AC3E}">
        <p14:creationId xmlns:p14="http://schemas.microsoft.com/office/powerpoint/2010/main" val="4093439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09BD1-A964-4FD9-BBE3-20B2B964D622}" type="slidenum">
              <a:rPr lang="en-GB" smtClean="0"/>
              <a:t>‹#›</a:t>
            </a:fld>
            <a:endParaRPr lang="en-GB" dirty="0"/>
          </a:p>
        </p:txBody>
      </p:sp>
    </p:spTree>
    <p:extLst>
      <p:ext uri="{BB962C8B-B14F-4D97-AF65-F5344CB8AC3E}">
        <p14:creationId xmlns:p14="http://schemas.microsoft.com/office/powerpoint/2010/main" val="677913150"/>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4" r:id="rId3"/>
    <p:sldLayoutId id="2147483665" r:id="rId4"/>
    <p:sldLayoutId id="2147483666" r:id="rId5"/>
    <p:sldLayoutId id="2147483670" r:id="rId6"/>
    <p:sldLayoutId id="2147483671" r:id="rId7"/>
    <p:sldLayoutId id="2147483668" r:id="rId8"/>
    <p:sldLayoutId id="2147483669" r:id="rId9"/>
    <p:sldLayoutId id="2147483667" r:id="rId10"/>
  </p:sldLayoutIdLst>
  <p:hf hdr="0" ftr="0" dt="0"/>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hyperlink" Target="https://medium.com/besedo-engineering/language-identification-for-very-short-texts-a-review-c9f2756773ad" TargetMode="Externa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paris21-data.github.io/PRESS_methodology_note/machine-learning.html#a-title-pattern-matchin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github.com/PARIS21-DATA/PRESS/blob/yt_review_5/Data/keywords/Final/gender_en_final.txt" TargetMode="External"/><Relationship Id="rId3" Type="http://schemas.openxmlformats.org/officeDocument/2006/relationships/hyperlink" Target="https://github.com/PARIS21-DATA/PRESS/blob/yt_review_5/Data/keywords/Final/statistics_reduced_en_final.txt" TargetMode="External"/><Relationship Id="rId7"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4.png"/><Relationship Id="rId5" Type="http://schemas.openxmlformats.org/officeDocument/2006/relationships/hyperlink" Target="https://github.com/PARIS21-DATA/PRESS/blob/yt_review_5/Data/keywords/Final/demining_small_arms_en_final.txt" TargetMode="External"/><Relationship Id="rId10" Type="http://schemas.openxmlformats.org/officeDocument/2006/relationships/image" Target="../media/image23.png"/><Relationship Id="rId4" Type="http://schemas.openxmlformats.org/officeDocument/2006/relationships/hyperlink" Target="https://github.com/PARIS21-DATA/PRESS/blob/yt_review_5/Data/keywords/Final/statistics_reduced_acronyms_en_final.txt" TargetMode="External"/><Relationship Id="rId9" Type="http://schemas.openxmlformats.org/officeDocument/2006/relationships/hyperlink" Target="https://github.com/PARIS21-DATA/PRESS/blob/yt_review_5/Data/keywords/Final/gender_acronym_en_final.txt"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squidfunk.github.io/mkdocs-materia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hyperlink" Target="https://towardsdatascience.com/choosing-the-right-language-model-for-your-nlp-use-case-1288ef3c4929/"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google-research/bert/blob/master/multilingual.md" TargetMode="External"/><Relationship Id="rId2" Type="http://schemas.openxmlformats.org/officeDocument/2006/relationships/hyperlink" Target="https://huggingface.co/google-bert/bert-base-multilingual-cased" TargetMode="External"/><Relationship Id="rId1" Type="http://schemas.openxmlformats.org/officeDocument/2006/relationships/slideLayout" Target="../slideLayouts/slideLayout2.xml"/><Relationship Id="rId6" Type="http://schemas.openxmlformats.org/officeDocument/2006/relationships/hyperlink" Target="https://proceedings.mlr.press/v119/hu20b/hu20b.pdf" TargetMode="External"/><Relationship Id="rId5" Type="http://schemas.openxmlformats.org/officeDocument/2006/relationships/hyperlink" Target="https://arxiv.org/pdf/1911.02116" TargetMode="External"/><Relationship Id="rId4" Type="http://schemas.openxmlformats.org/officeDocument/2006/relationships/hyperlink" Target="https://huggingface.co/docs/transformers/en/model_doc/xlm-roberta"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socialsciencedatalab.mzes.uni-mannheim.de/article/bert-explainable-ai/#bert-and-explainable-ai" TargetMode="Externa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358387" y="1405367"/>
            <a:ext cx="10023481" cy="2729888"/>
          </a:xfrm>
          <a:effectLst>
            <a:outerShdw blurRad="304800" dist="101600" dir="2700000" sx="5000" sy="5000" algn="tl" rotWithShape="0">
              <a:prstClr val="black">
                <a:alpha val="69000"/>
              </a:prstClr>
            </a:outerShdw>
          </a:effectLst>
        </p:spPr>
        <p:txBody>
          <a:bodyPr/>
          <a:lstStyle/>
          <a:p>
            <a:r>
              <a:rPr lang="en-GB" sz="2800" spc="-150" dirty="0"/>
              <a:t>PRESS methodology Modernization</a:t>
            </a:r>
            <a:endParaRPr lang="fr-FR" sz="2800" spc="-150" dirty="0"/>
          </a:p>
        </p:txBody>
      </p:sp>
      <p:sp>
        <p:nvSpPr>
          <p:cNvPr id="6" name="TextBox 5"/>
          <p:cNvSpPr txBox="1"/>
          <p:nvPr/>
        </p:nvSpPr>
        <p:spPr>
          <a:xfrm>
            <a:off x="358387" y="2967335"/>
            <a:ext cx="8527313" cy="461665"/>
          </a:xfrm>
          <a:prstGeom prst="rect">
            <a:avLst/>
          </a:prstGeom>
          <a:noFill/>
        </p:spPr>
        <p:txBody>
          <a:bodyPr wrap="square" rtlCol="0">
            <a:spAutoFit/>
          </a:bodyPr>
          <a:lstStyle/>
          <a:p>
            <a:pPr defTabSz="1219170"/>
            <a:r>
              <a:rPr lang="en-GB" sz="2400" b="1" dirty="0">
                <a:solidFill>
                  <a:srgbClr val="ED9A3C"/>
                </a:solidFill>
                <a:latin typeface="Century Gothic" panose="020B0502020202020204" pitchFamily="34" charset="0"/>
              </a:rPr>
              <a:t>April 2025</a:t>
            </a:r>
          </a:p>
        </p:txBody>
      </p:sp>
    </p:spTree>
    <p:extLst>
      <p:ext uri="{BB962C8B-B14F-4D97-AF65-F5344CB8AC3E}">
        <p14:creationId xmlns:p14="http://schemas.microsoft.com/office/powerpoint/2010/main" val="1050031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34A8F-CDD2-A049-5324-A2975BB30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A3840-1B01-61A3-1E5A-22EF43563F95}"/>
              </a:ext>
            </a:extLst>
          </p:cNvPr>
          <p:cNvSpPr>
            <a:spLocks noGrp="1"/>
          </p:cNvSpPr>
          <p:nvPr>
            <p:ph type="title"/>
          </p:nvPr>
        </p:nvSpPr>
        <p:spPr/>
        <p:txBody>
          <a:bodyPr/>
          <a:lstStyle/>
          <a:p>
            <a:r>
              <a:rPr lang="en-US" sz="2800" dirty="0"/>
              <a:t>Content</a:t>
            </a:r>
          </a:p>
        </p:txBody>
      </p:sp>
      <p:sp>
        <p:nvSpPr>
          <p:cNvPr id="7" name="TextBox 6">
            <a:extLst>
              <a:ext uri="{FF2B5EF4-FFF2-40B4-BE49-F238E27FC236}">
                <a16:creationId xmlns:a16="http://schemas.microsoft.com/office/drawing/2014/main" id="{51411FE3-6E21-F2BF-B6D7-850655C72D45}"/>
              </a:ext>
            </a:extLst>
          </p:cNvPr>
          <p:cNvSpPr txBox="1"/>
          <p:nvPr/>
        </p:nvSpPr>
        <p:spPr>
          <a:xfrm>
            <a:off x="928525" y="1533594"/>
            <a:ext cx="10334950" cy="4647426"/>
          </a:xfrm>
          <a:prstGeom prst="rect">
            <a:avLst/>
          </a:prstGeom>
          <a:noFill/>
        </p:spPr>
        <p:txBody>
          <a:bodyPr wrap="square" rtlCol="0">
            <a:spAutoFit/>
          </a:bodyPr>
          <a:lstStyle/>
          <a:p>
            <a:pPr marL="457200" indent="-457200">
              <a:buAutoNum type="arabicPeriod"/>
            </a:pPr>
            <a:r>
              <a:rPr lang="en-US" sz="2400" b="1" dirty="0">
                <a:solidFill>
                  <a:schemeClr val="accent1"/>
                </a:solidFill>
              </a:rPr>
              <a:t>CRS Data </a:t>
            </a:r>
          </a:p>
          <a:p>
            <a:pPr marL="457200" indent="-457200">
              <a:buAutoNum type="arabicPeriod"/>
            </a:pPr>
            <a:endParaRPr lang="en-US" sz="2400" b="1" dirty="0">
              <a:solidFill>
                <a:schemeClr val="accent1"/>
              </a:solidFill>
            </a:endParaRPr>
          </a:p>
          <a:p>
            <a:pPr marL="457200" indent="-457200">
              <a:buAutoNum type="arabicPeriod"/>
            </a:pPr>
            <a:r>
              <a:rPr lang="en-US" sz="2400" b="1" dirty="0">
                <a:solidFill>
                  <a:schemeClr val="accent1"/>
                </a:solidFill>
              </a:rPr>
              <a:t>Methodological Requirements</a:t>
            </a:r>
          </a:p>
          <a:p>
            <a:pPr marL="457200" indent="-457200">
              <a:buAutoNum type="arabicPeriod"/>
            </a:pPr>
            <a:endParaRPr lang="en-US" sz="2400" b="1" dirty="0">
              <a:solidFill>
                <a:schemeClr val="accent1"/>
              </a:solidFill>
            </a:endParaRPr>
          </a:p>
          <a:p>
            <a:pPr marL="457200" indent="-457200">
              <a:buFontTx/>
              <a:buAutoNum type="arabicPeriod"/>
            </a:pPr>
            <a:r>
              <a:rPr lang="en-US" sz="2400" b="1" dirty="0">
                <a:solidFill>
                  <a:schemeClr val="accent1"/>
                </a:solidFill>
              </a:rPr>
              <a:t>Current Methodology  </a:t>
            </a:r>
          </a:p>
          <a:p>
            <a:pPr marL="457200" indent="-457200">
              <a:buAutoNum type="arabicPeriod"/>
            </a:pPr>
            <a:endParaRPr lang="en-US" sz="2400" b="1" dirty="0">
              <a:solidFill>
                <a:schemeClr val="accent1"/>
              </a:solidFill>
            </a:endParaRPr>
          </a:p>
          <a:p>
            <a:pPr marL="457200" indent="-457200">
              <a:buAutoNum type="arabicPeriod"/>
            </a:pPr>
            <a:r>
              <a:rPr lang="en-US" sz="2400" b="1" dirty="0">
                <a:solidFill>
                  <a:schemeClr val="accent1"/>
                </a:solidFill>
              </a:rPr>
              <a:t>Methodology Proposal</a:t>
            </a:r>
          </a:p>
          <a:p>
            <a:pPr marL="914400" lvl="1" indent="-457200">
              <a:buAutoNum type="arabicPeriod"/>
            </a:pPr>
            <a:r>
              <a:rPr lang="en-US" sz="2000" b="1" dirty="0">
                <a:solidFill>
                  <a:schemeClr val="accent1"/>
                </a:solidFill>
              </a:rPr>
              <a:t>Project Set-up</a:t>
            </a:r>
          </a:p>
          <a:p>
            <a:pPr marL="914400" lvl="1" indent="-457200">
              <a:buAutoNum type="arabicPeriod"/>
            </a:pPr>
            <a:r>
              <a:rPr lang="en-US" sz="2000" b="1" dirty="0">
                <a:solidFill>
                  <a:schemeClr val="accent1"/>
                </a:solidFill>
              </a:rPr>
              <a:t>Classification method</a:t>
            </a:r>
          </a:p>
          <a:p>
            <a:pPr marL="914400" lvl="1" indent="-457200">
              <a:buAutoNum type="arabicPeriod"/>
            </a:pPr>
            <a:r>
              <a:rPr lang="en-US" sz="2000" b="1" dirty="0">
                <a:solidFill>
                  <a:schemeClr val="accent1"/>
                </a:solidFill>
              </a:rPr>
              <a:t>Summary new methodology</a:t>
            </a:r>
          </a:p>
          <a:p>
            <a:pPr marL="914400" lvl="1" indent="-457200">
              <a:buAutoNum type="arabicPeriod"/>
            </a:pPr>
            <a:r>
              <a:rPr lang="en-US" sz="2000" b="1" dirty="0">
                <a:solidFill>
                  <a:schemeClr val="accent1"/>
                </a:solidFill>
              </a:rPr>
              <a:t>Comparison current vs proposed methodology</a:t>
            </a:r>
          </a:p>
          <a:p>
            <a:endParaRPr lang="en-US" sz="2400" b="1" dirty="0">
              <a:solidFill>
                <a:schemeClr val="accent1"/>
              </a:solidFill>
            </a:endParaRPr>
          </a:p>
          <a:p>
            <a:pPr marL="457200" indent="-457200">
              <a:buFont typeface="+mj-lt"/>
              <a:buAutoNum type="arabicPeriod" startAt="5"/>
            </a:pPr>
            <a:r>
              <a:rPr lang="en-US" sz="2400" b="1" dirty="0">
                <a:solidFill>
                  <a:schemeClr val="accent1"/>
                </a:solidFill>
              </a:rPr>
              <a:t>Up for discussion</a:t>
            </a:r>
          </a:p>
        </p:txBody>
      </p:sp>
    </p:spTree>
    <p:extLst>
      <p:ext uri="{BB962C8B-B14F-4D97-AF65-F5344CB8AC3E}">
        <p14:creationId xmlns:p14="http://schemas.microsoft.com/office/powerpoint/2010/main" val="2187723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2B997-E07F-67F2-5A9F-085210F0F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F233E-ED28-E7C6-ABF9-1FE993368E26}"/>
              </a:ext>
            </a:extLst>
          </p:cNvPr>
          <p:cNvSpPr>
            <a:spLocks noGrp="1"/>
          </p:cNvSpPr>
          <p:nvPr>
            <p:ph type="title"/>
          </p:nvPr>
        </p:nvSpPr>
        <p:spPr/>
        <p:txBody>
          <a:bodyPr/>
          <a:lstStyle/>
          <a:p>
            <a:r>
              <a:rPr lang="en-US" sz="2800" dirty="0"/>
              <a:t>1. CRS Data</a:t>
            </a:r>
          </a:p>
        </p:txBody>
      </p:sp>
      <p:sp>
        <p:nvSpPr>
          <p:cNvPr id="5" name="TextBox 15">
            <a:extLst>
              <a:ext uri="{FF2B5EF4-FFF2-40B4-BE49-F238E27FC236}">
                <a16:creationId xmlns:a16="http://schemas.microsoft.com/office/drawing/2014/main" id="{C7DBE82B-BF6E-A69A-960E-04069ACCDF42}"/>
              </a:ext>
            </a:extLst>
          </p:cNvPr>
          <p:cNvSpPr txBox="1"/>
          <p:nvPr/>
        </p:nvSpPr>
        <p:spPr>
          <a:xfrm>
            <a:off x="317840" y="1259390"/>
            <a:ext cx="1952736"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t>CRS data </a:t>
            </a:r>
            <a:endParaRPr lang="en-DE" sz="2800" dirty="0"/>
          </a:p>
        </p:txBody>
      </p:sp>
      <p:sp>
        <p:nvSpPr>
          <p:cNvPr id="11" name="TextBox 10">
            <a:extLst>
              <a:ext uri="{FF2B5EF4-FFF2-40B4-BE49-F238E27FC236}">
                <a16:creationId xmlns:a16="http://schemas.microsoft.com/office/drawing/2014/main" id="{3796F07B-FF5F-A361-3D8E-2B06C0D3DEE1}"/>
              </a:ext>
            </a:extLst>
          </p:cNvPr>
          <p:cNvSpPr txBox="1"/>
          <p:nvPr/>
        </p:nvSpPr>
        <p:spPr>
          <a:xfrm>
            <a:off x="472812" y="1989378"/>
            <a:ext cx="5442837" cy="1938992"/>
          </a:xfrm>
          <a:prstGeom prst="rect">
            <a:avLst/>
          </a:prstGeom>
          <a:noFill/>
        </p:spPr>
        <p:txBody>
          <a:bodyPr wrap="none" rtlCol="0">
            <a:spAutoFit/>
          </a:bodyPr>
          <a:lstStyle/>
          <a:p>
            <a:r>
              <a:rPr lang="en-US" b="1" dirty="0">
                <a:solidFill>
                  <a:schemeClr val="accent4">
                    <a:lumMod val="25000"/>
                  </a:schemeClr>
                </a:solidFill>
              </a:rPr>
              <a:t>entire CRS dataset:</a:t>
            </a:r>
          </a:p>
          <a:p>
            <a:pPr marL="742950" lvl="1" indent="-285750">
              <a:buFont typeface="Arial" panose="020B0604020202020204" pitchFamily="34" charset="0"/>
              <a:buChar char="•"/>
            </a:pPr>
            <a:r>
              <a:rPr lang="en-US" sz="1400" dirty="0">
                <a:solidFill>
                  <a:schemeClr val="accent4">
                    <a:lumMod val="25000"/>
                  </a:schemeClr>
                </a:solidFill>
              </a:rPr>
              <a:t>5.8m observations (projects) for 98 variables from 1973-2023 </a:t>
            </a:r>
          </a:p>
          <a:p>
            <a:pPr marL="742950" lvl="1" indent="-285750">
              <a:buFont typeface="Arial" panose="020B0604020202020204" pitchFamily="34" charset="0"/>
              <a:buChar char="•"/>
            </a:pPr>
            <a:r>
              <a:rPr lang="en-US" sz="1400" dirty="0">
                <a:solidFill>
                  <a:schemeClr val="accent4">
                    <a:lumMod val="25000"/>
                  </a:schemeClr>
                </a:solidFill>
              </a:rPr>
              <a:t>variables necessary for our classification methodology: </a:t>
            </a:r>
          </a:p>
          <a:p>
            <a:pPr lvl="1"/>
            <a:r>
              <a:rPr lang="en-US" sz="1400" dirty="0">
                <a:solidFill>
                  <a:schemeClr val="accent4">
                    <a:lumMod val="25000"/>
                  </a:schemeClr>
                </a:solidFill>
              </a:rPr>
              <a:t>            </a:t>
            </a:r>
            <a:r>
              <a:rPr lang="en-US" sz="1400" b="1" dirty="0">
                <a:solidFill>
                  <a:schemeClr val="accent4">
                    <a:lumMod val="25000"/>
                  </a:schemeClr>
                </a:solidFill>
              </a:rPr>
              <a:t>texts</a:t>
            </a:r>
            <a:r>
              <a:rPr lang="en-US" sz="1400" dirty="0">
                <a:solidFill>
                  <a:schemeClr val="accent4">
                    <a:lumMod val="25000"/>
                  </a:schemeClr>
                </a:solidFill>
              </a:rPr>
              <a:t>: </a:t>
            </a:r>
            <a:r>
              <a:rPr lang="en-US" sz="1400" i="1" dirty="0">
                <a:solidFill>
                  <a:schemeClr val="accent4">
                    <a:lumMod val="25000"/>
                  </a:schemeClr>
                </a:solidFill>
              </a:rPr>
              <a:t>project_title, short_description, long_description</a:t>
            </a:r>
          </a:p>
          <a:p>
            <a:pPr lvl="1"/>
            <a:r>
              <a:rPr lang="en-US" sz="1400" i="1" dirty="0">
                <a:solidFill>
                  <a:schemeClr val="accent4">
                    <a:lumMod val="25000"/>
                  </a:schemeClr>
                </a:solidFill>
              </a:rPr>
              <a:t> 	</a:t>
            </a:r>
            <a:r>
              <a:rPr lang="en-US" sz="1400" b="1" dirty="0">
                <a:solidFill>
                  <a:schemeClr val="accent4">
                    <a:lumMod val="25000"/>
                  </a:schemeClr>
                </a:solidFill>
              </a:rPr>
              <a:t>markers</a:t>
            </a:r>
            <a:r>
              <a:rPr lang="en-US" sz="1400" dirty="0">
                <a:solidFill>
                  <a:schemeClr val="accent4">
                    <a:lumMod val="25000"/>
                  </a:schemeClr>
                </a:solidFill>
              </a:rPr>
              <a:t>: </a:t>
            </a:r>
            <a:r>
              <a:rPr lang="en-US" sz="1400" i="1" dirty="0">
                <a:solidFill>
                  <a:schemeClr val="accent4">
                    <a:lumMod val="25000"/>
                  </a:schemeClr>
                </a:solidFill>
              </a:rPr>
              <a:t>purpose_code, channel_code, gender, rmnch</a:t>
            </a:r>
            <a:endParaRPr lang="en-US" sz="1400" dirty="0">
              <a:solidFill>
                <a:schemeClr val="accent4">
                  <a:lumMod val="25000"/>
                </a:schemeClr>
              </a:solidFill>
            </a:endParaRPr>
          </a:p>
          <a:p>
            <a:pPr marL="1200150" lvl="2" indent="-285750">
              <a:buFont typeface="Arial" panose="020B0604020202020204" pitchFamily="34" charset="0"/>
              <a:buChar char="•"/>
            </a:pPr>
            <a:endParaRPr lang="en-US" sz="1400" dirty="0">
              <a:solidFill>
                <a:schemeClr val="accent4">
                  <a:lumMod val="25000"/>
                </a:schemeClr>
              </a:solidFill>
            </a:endParaRPr>
          </a:p>
          <a:p>
            <a:pPr marL="742950" lvl="1" indent="-285750">
              <a:buFont typeface="Arial" panose="020B0604020202020204" pitchFamily="34" charset="0"/>
              <a:buChar char="•"/>
            </a:pPr>
            <a:endParaRPr lang="en-US" sz="1400" dirty="0">
              <a:solidFill>
                <a:schemeClr val="accent4">
                  <a:lumMod val="25000"/>
                </a:schemeClr>
              </a:solidFill>
            </a:endParaRPr>
          </a:p>
          <a:p>
            <a:pPr marL="742950" lvl="1" indent="-285750">
              <a:buFont typeface="Arial" panose="020B0604020202020204" pitchFamily="34" charset="0"/>
              <a:buChar char="•"/>
            </a:pPr>
            <a:endParaRPr lang="en-US" b="1" dirty="0">
              <a:solidFill>
                <a:schemeClr val="accent4">
                  <a:lumMod val="25000"/>
                </a:schemeClr>
              </a:solidFill>
            </a:endParaRPr>
          </a:p>
        </p:txBody>
      </p:sp>
      <p:pic>
        <p:nvPicPr>
          <p:cNvPr id="13" name="Picture 12">
            <a:extLst>
              <a:ext uri="{FF2B5EF4-FFF2-40B4-BE49-F238E27FC236}">
                <a16:creationId xmlns:a16="http://schemas.microsoft.com/office/drawing/2014/main" id="{206001C7-B720-F7E6-3BBA-0B43E8A33CD0}"/>
              </a:ext>
            </a:extLst>
          </p:cNvPr>
          <p:cNvPicPr>
            <a:picLocks noChangeAspect="1"/>
          </p:cNvPicPr>
          <p:nvPr/>
        </p:nvPicPr>
        <p:blipFill>
          <a:blip r:embed="rId2"/>
          <a:stretch>
            <a:fillRect/>
          </a:stretch>
        </p:blipFill>
        <p:spPr>
          <a:xfrm>
            <a:off x="7716644" y="1064503"/>
            <a:ext cx="1655361" cy="5795811"/>
          </a:xfrm>
          <a:prstGeom prst="rect">
            <a:avLst/>
          </a:prstGeom>
        </p:spPr>
      </p:pic>
      <p:pic>
        <p:nvPicPr>
          <p:cNvPr id="15" name="Picture 14">
            <a:extLst>
              <a:ext uri="{FF2B5EF4-FFF2-40B4-BE49-F238E27FC236}">
                <a16:creationId xmlns:a16="http://schemas.microsoft.com/office/drawing/2014/main" id="{9564431F-18D2-D703-07E4-EC1AD840C33F}"/>
              </a:ext>
            </a:extLst>
          </p:cNvPr>
          <p:cNvPicPr>
            <a:picLocks noChangeAspect="1"/>
          </p:cNvPicPr>
          <p:nvPr/>
        </p:nvPicPr>
        <p:blipFill>
          <a:blip r:embed="rId3"/>
          <a:stretch>
            <a:fillRect/>
          </a:stretch>
        </p:blipFill>
        <p:spPr>
          <a:xfrm>
            <a:off x="9329276" y="1064504"/>
            <a:ext cx="1568516" cy="5793495"/>
          </a:xfrm>
          <a:prstGeom prst="rect">
            <a:avLst/>
          </a:prstGeom>
        </p:spPr>
      </p:pic>
      <p:sp>
        <p:nvSpPr>
          <p:cNvPr id="16" name="TextBox 15">
            <a:extLst>
              <a:ext uri="{FF2B5EF4-FFF2-40B4-BE49-F238E27FC236}">
                <a16:creationId xmlns:a16="http://schemas.microsoft.com/office/drawing/2014/main" id="{B50C3438-494A-9990-5239-79F5F2F8D5C8}"/>
              </a:ext>
            </a:extLst>
          </p:cNvPr>
          <p:cNvSpPr txBox="1"/>
          <p:nvPr/>
        </p:nvSpPr>
        <p:spPr>
          <a:xfrm>
            <a:off x="5893297" y="1182446"/>
            <a:ext cx="1753109" cy="338554"/>
          </a:xfrm>
          <a:prstGeom prst="rect">
            <a:avLst/>
          </a:prstGeom>
          <a:noFill/>
        </p:spPr>
        <p:txBody>
          <a:bodyPr wrap="none" rtlCol="0">
            <a:spAutoFit/>
          </a:bodyPr>
          <a:lstStyle/>
          <a:p>
            <a:r>
              <a:rPr lang="en-US" sz="1600" b="1" dirty="0">
                <a:solidFill>
                  <a:schemeClr val="accent4">
                    <a:lumMod val="25000"/>
                  </a:schemeClr>
                </a:solidFill>
              </a:rPr>
              <a:t>available variables</a:t>
            </a:r>
          </a:p>
        </p:txBody>
      </p:sp>
      <p:pic>
        <p:nvPicPr>
          <p:cNvPr id="18" name="Picture 17">
            <a:extLst>
              <a:ext uri="{FF2B5EF4-FFF2-40B4-BE49-F238E27FC236}">
                <a16:creationId xmlns:a16="http://schemas.microsoft.com/office/drawing/2014/main" id="{FB598E22-72F4-8D43-C784-3C5F1D6CF828}"/>
              </a:ext>
            </a:extLst>
          </p:cNvPr>
          <p:cNvPicPr>
            <a:picLocks noChangeAspect="1"/>
          </p:cNvPicPr>
          <p:nvPr/>
        </p:nvPicPr>
        <p:blipFill>
          <a:blip r:embed="rId4"/>
          <a:stretch>
            <a:fillRect/>
          </a:stretch>
        </p:blipFill>
        <p:spPr>
          <a:xfrm>
            <a:off x="2270576" y="3429000"/>
            <a:ext cx="4154756" cy="3166523"/>
          </a:xfrm>
          <a:prstGeom prst="rect">
            <a:avLst/>
          </a:prstGeom>
        </p:spPr>
      </p:pic>
    </p:spTree>
    <p:extLst>
      <p:ext uri="{BB962C8B-B14F-4D97-AF65-F5344CB8AC3E}">
        <p14:creationId xmlns:p14="http://schemas.microsoft.com/office/powerpoint/2010/main" val="1132716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9294D-96D0-327E-BF3C-5BFB3F3E3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0691D-7E5D-0348-1E3C-7FB62A20F78A}"/>
              </a:ext>
            </a:extLst>
          </p:cNvPr>
          <p:cNvSpPr>
            <a:spLocks noGrp="1"/>
          </p:cNvSpPr>
          <p:nvPr>
            <p:ph type="title"/>
          </p:nvPr>
        </p:nvSpPr>
        <p:spPr/>
        <p:txBody>
          <a:bodyPr/>
          <a:lstStyle/>
          <a:p>
            <a:r>
              <a:rPr lang="en-US" sz="2800" dirty="0"/>
              <a:t>1. CRS Data</a:t>
            </a:r>
          </a:p>
        </p:txBody>
      </p:sp>
      <p:sp>
        <p:nvSpPr>
          <p:cNvPr id="3" name="TextBox 2">
            <a:extLst>
              <a:ext uri="{FF2B5EF4-FFF2-40B4-BE49-F238E27FC236}">
                <a16:creationId xmlns:a16="http://schemas.microsoft.com/office/drawing/2014/main" id="{016558D6-5A71-CBA8-8BCE-0879349D66E0}"/>
              </a:ext>
            </a:extLst>
          </p:cNvPr>
          <p:cNvSpPr txBox="1"/>
          <p:nvPr/>
        </p:nvSpPr>
        <p:spPr>
          <a:xfrm>
            <a:off x="279998" y="1330728"/>
            <a:ext cx="5385577" cy="461665"/>
          </a:xfrm>
          <a:prstGeom prst="rect">
            <a:avLst/>
          </a:prstGeom>
          <a:noFill/>
        </p:spPr>
        <p:txBody>
          <a:bodyPr wrap="none" rtlCol="0">
            <a:spAutoFit/>
          </a:bodyPr>
          <a:lstStyle/>
          <a:p>
            <a:r>
              <a:rPr lang="en-GB" sz="2400" b="1" noProof="0" dirty="0"/>
              <a:t>Purpose codes and other project marker </a:t>
            </a:r>
          </a:p>
        </p:txBody>
      </p:sp>
      <p:sp>
        <p:nvSpPr>
          <p:cNvPr id="6" name="TextBox 5">
            <a:extLst>
              <a:ext uri="{FF2B5EF4-FFF2-40B4-BE49-F238E27FC236}">
                <a16:creationId xmlns:a16="http://schemas.microsoft.com/office/drawing/2014/main" id="{CE7FD7F1-3D21-234E-E17A-9FFF4B7D3DBA}"/>
              </a:ext>
            </a:extLst>
          </p:cNvPr>
          <p:cNvSpPr txBox="1"/>
          <p:nvPr/>
        </p:nvSpPr>
        <p:spPr>
          <a:xfrm>
            <a:off x="322729" y="2484492"/>
            <a:ext cx="5401225" cy="1015663"/>
          </a:xfrm>
          <a:prstGeom prst="rect">
            <a:avLst/>
          </a:prstGeom>
          <a:noFill/>
        </p:spPr>
        <p:txBody>
          <a:bodyPr wrap="square" rtlCol="0">
            <a:spAutoFit/>
          </a:bodyPr>
          <a:lstStyle/>
          <a:p>
            <a:r>
              <a:rPr lang="en-US" sz="1600" b="1" dirty="0">
                <a:solidFill>
                  <a:schemeClr val="accent4">
                    <a:lumMod val="25000"/>
                  </a:schemeClr>
                </a:solidFill>
              </a:rPr>
              <a:t>statistics marker</a:t>
            </a:r>
          </a:p>
          <a:p>
            <a:pPr marL="742950" lvl="1" indent="-285750">
              <a:buFont typeface="Arial" panose="020B0604020202020204" pitchFamily="34" charset="0"/>
              <a:buChar char="•"/>
            </a:pPr>
            <a:r>
              <a:rPr lang="en-US" sz="1400" dirty="0">
                <a:solidFill>
                  <a:schemeClr val="accent4">
                    <a:lumMod val="25000"/>
                  </a:schemeClr>
                </a:solidFill>
              </a:rPr>
              <a:t>purpose codes: 16062 – Statistical capacity building</a:t>
            </a:r>
          </a:p>
          <a:p>
            <a:pPr lvl="2"/>
            <a:r>
              <a:rPr lang="en-US" sz="1400" dirty="0">
                <a:solidFill>
                  <a:schemeClr val="accent4">
                    <a:lumMod val="25000"/>
                  </a:schemeClr>
                </a:solidFill>
              </a:rPr>
              <a:t>                        15250 – Removal of land mines and explosive</a:t>
            </a:r>
          </a:p>
          <a:p>
            <a:pPr lvl="2"/>
            <a:r>
              <a:rPr lang="en-US" sz="1400" dirty="0">
                <a:solidFill>
                  <a:schemeClr val="accent4">
                    <a:lumMod val="25000"/>
                  </a:schemeClr>
                </a:solidFill>
              </a:rPr>
              <a:t>                                        remnants of war (for blacklisting) </a:t>
            </a:r>
          </a:p>
        </p:txBody>
      </p:sp>
      <p:sp>
        <p:nvSpPr>
          <p:cNvPr id="7" name="TextBox 6">
            <a:extLst>
              <a:ext uri="{FF2B5EF4-FFF2-40B4-BE49-F238E27FC236}">
                <a16:creationId xmlns:a16="http://schemas.microsoft.com/office/drawing/2014/main" id="{DBF3F8AD-233A-BDA5-13DF-F117BD321F2C}"/>
              </a:ext>
            </a:extLst>
          </p:cNvPr>
          <p:cNvSpPr txBox="1"/>
          <p:nvPr/>
        </p:nvSpPr>
        <p:spPr>
          <a:xfrm>
            <a:off x="322729" y="3834067"/>
            <a:ext cx="7126053" cy="2308324"/>
          </a:xfrm>
          <a:prstGeom prst="rect">
            <a:avLst/>
          </a:prstGeom>
          <a:noFill/>
        </p:spPr>
        <p:txBody>
          <a:bodyPr wrap="none" rtlCol="0">
            <a:spAutoFit/>
          </a:bodyPr>
          <a:lstStyle/>
          <a:p>
            <a:r>
              <a:rPr lang="en-US" sz="1600" b="1" dirty="0">
                <a:solidFill>
                  <a:schemeClr val="accent4">
                    <a:lumMod val="25000"/>
                  </a:schemeClr>
                </a:solidFill>
              </a:rPr>
              <a:t>gender markers</a:t>
            </a:r>
          </a:p>
          <a:p>
            <a:pPr marL="742950" lvl="1" indent="-285750">
              <a:buFont typeface="Arial" panose="020B0604020202020204" pitchFamily="34" charset="0"/>
              <a:buChar char="•"/>
            </a:pPr>
            <a:r>
              <a:rPr lang="en-US" sz="1400" dirty="0">
                <a:solidFill>
                  <a:schemeClr val="accent4">
                    <a:lumMod val="25000"/>
                  </a:schemeClr>
                </a:solidFill>
              </a:rPr>
              <a:t>purpose codes: 15170 - Women’s equality organizations and institutions</a:t>
            </a:r>
          </a:p>
          <a:p>
            <a:pPr lvl="1"/>
            <a:r>
              <a:rPr lang="en-US" sz="1400" dirty="0">
                <a:solidFill>
                  <a:schemeClr val="accent4">
                    <a:lumMod val="25000"/>
                  </a:schemeClr>
                </a:solidFill>
              </a:rPr>
              <a:t>		 15180 - Ending violence against women and girls</a:t>
            </a:r>
          </a:p>
          <a:p>
            <a:pPr marL="742950" lvl="1" indent="-285750">
              <a:buFont typeface="Arial" panose="020B0604020202020204" pitchFamily="34" charset="0"/>
              <a:buChar char="•"/>
            </a:pPr>
            <a:r>
              <a:rPr lang="en-US" sz="1400" dirty="0">
                <a:solidFill>
                  <a:schemeClr val="accent4">
                    <a:lumMod val="25000"/>
                  </a:schemeClr>
                </a:solidFill>
              </a:rPr>
              <a:t>Channel code: 41146 - UN woman </a:t>
            </a:r>
          </a:p>
          <a:p>
            <a:pPr marL="742950" lvl="1" indent="-285750">
              <a:buFont typeface="Arial" panose="020B0604020202020204" pitchFamily="34" charset="0"/>
              <a:buChar char="•"/>
            </a:pPr>
            <a:r>
              <a:rPr lang="en-US" sz="1400" dirty="0">
                <a:solidFill>
                  <a:schemeClr val="accent4">
                    <a:lumMod val="25000"/>
                  </a:schemeClr>
                </a:solidFill>
              </a:rPr>
              <a:t>CRS gender marker: 0: When gender equality is not targeted</a:t>
            </a:r>
          </a:p>
          <a:p>
            <a:pPr lvl="1"/>
            <a:r>
              <a:rPr lang="en-US" sz="1400" dirty="0">
                <a:solidFill>
                  <a:schemeClr val="accent4">
                    <a:lumMod val="25000"/>
                  </a:schemeClr>
                </a:solidFill>
              </a:rPr>
              <a:t>		         1: When gender equality is a significant objective </a:t>
            </a:r>
          </a:p>
          <a:p>
            <a:pPr lvl="1"/>
            <a:r>
              <a:rPr lang="en-US" sz="1400" dirty="0">
                <a:solidFill>
                  <a:schemeClr val="accent4">
                    <a:lumMod val="25000"/>
                  </a:schemeClr>
                </a:solidFill>
              </a:rPr>
              <a:t>                                            2: When gender equality is a principal objective.</a:t>
            </a:r>
          </a:p>
          <a:p>
            <a:pPr marL="742950" lvl="1" indent="-285750">
              <a:buFont typeface="Arial" panose="020B0604020202020204" pitchFamily="34" charset="0"/>
              <a:buChar char="•"/>
            </a:pPr>
            <a:endParaRPr lang="en-US" sz="1400" dirty="0">
              <a:solidFill>
                <a:schemeClr val="accent4">
                  <a:lumMod val="25000"/>
                </a:schemeClr>
              </a:solidFill>
            </a:endParaRPr>
          </a:p>
          <a:p>
            <a:pPr marL="742950" lvl="1" indent="-285750">
              <a:buFont typeface="Arial" panose="020B0604020202020204" pitchFamily="34" charset="0"/>
              <a:buChar char="•"/>
            </a:pPr>
            <a:r>
              <a:rPr lang="en-US" sz="1400" dirty="0">
                <a:solidFill>
                  <a:schemeClr val="accent4">
                    <a:lumMod val="25000"/>
                  </a:schemeClr>
                </a:solidFill>
              </a:rPr>
              <a:t>policy marker: rmnch - reproductive, maternal, newborn and child health (since 2013)</a:t>
            </a:r>
          </a:p>
          <a:p>
            <a:pPr marL="742950" lvl="1" indent="-285750">
              <a:buFont typeface="Arial" panose="020B0604020202020204" pitchFamily="34" charset="0"/>
              <a:buChar char="•"/>
            </a:pPr>
            <a:endParaRPr lang="en-US" sz="1400" dirty="0">
              <a:solidFill>
                <a:schemeClr val="accent4">
                  <a:lumMod val="25000"/>
                </a:schemeClr>
              </a:solidFill>
            </a:endParaRPr>
          </a:p>
        </p:txBody>
      </p:sp>
      <p:pic>
        <p:nvPicPr>
          <p:cNvPr id="9" name="Picture 8">
            <a:extLst>
              <a:ext uri="{FF2B5EF4-FFF2-40B4-BE49-F238E27FC236}">
                <a16:creationId xmlns:a16="http://schemas.microsoft.com/office/drawing/2014/main" id="{C3F04117-ED66-B6C6-6D12-59EEC82F177B}"/>
              </a:ext>
            </a:extLst>
          </p:cNvPr>
          <p:cNvPicPr>
            <a:picLocks noChangeAspect="1"/>
          </p:cNvPicPr>
          <p:nvPr/>
        </p:nvPicPr>
        <p:blipFill>
          <a:blip r:embed="rId3"/>
          <a:stretch>
            <a:fillRect/>
          </a:stretch>
        </p:blipFill>
        <p:spPr>
          <a:xfrm>
            <a:off x="6414521" y="2326700"/>
            <a:ext cx="5723953" cy="3087773"/>
          </a:xfrm>
          <a:prstGeom prst="rect">
            <a:avLst/>
          </a:prstGeom>
        </p:spPr>
      </p:pic>
    </p:spTree>
    <p:extLst>
      <p:ext uri="{BB962C8B-B14F-4D97-AF65-F5344CB8AC3E}">
        <p14:creationId xmlns:p14="http://schemas.microsoft.com/office/powerpoint/2010/main" val="706915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4AA7F-0966-67AB-EF9B-D872855B4B54}"/>
              </a:ext>
            </a:extLst>
          </p:cNvPr>
          <p:cNvSpPr>
            <a:spLocks noGrp="1"/>
          </p:cNvSpPr>
          <p:nvPr>
            <p:ph type="title"/>
          </p:nvPr>
        </p:nvSpPr>
        <p:spPr/>
        <p:txBody>
          <a:bodyPr/>
          <a:lstStyle/>
          <a:p>
            <a:r>
              <a:rPr lang="en-US" sz="2800" dirty="0"/>
              <a:t>1. CRS Data</a:t>
            </a:r>
          </a:p>
        </p:txBody>
      </p:sp>
      <p:sp>
        <p:nvSpPr>
          <p:cNvPr id="7" name="TextBox 6">
            <a:extLst>
              <a:ext uri="{FF2B5EF4-FFF2-40B4-BE49-F238E27FC236}">
                <a16:creationId xmlns:a16="http://schemas.microsoft.com/office/drawing/2014/main" id="{747FE4BF-5D83-3EB1-766B-BD87B3EB2BB1}"/>
              </a:ext>
            </a:extLst>
          </p:cNvPr>
          <p:cNvSpPr txBox="1"/>
          <p:nvPr/>
        </p:nvSpPr>
        <p:spPr>
          <a:xfrm>
            <a:off x="530584" y="1185876"/>
            <a:ext cx="1801519" cy="461665"/>
          </a:xfrm>
          <a:prstGeom prst="rect">
            <a:avLst/>
          </a:prstGeom>
          <a:noFill/>
        </p:spPr>
        <p:txBody>
          <a:bodyPr wrap="none" rtlCol="0">
            <a:spAutoFit/>
          </a:bodyPr>
          <a:lstStyle/>
          <a:p>
            <a:r>
              <a:rPr lang="en-GB" sz="2400" b="1" noProof="0" dirty="0"/>
              <a:t>Project titles</a:t>
            </a:r>
          </a:p>
        </p:txBody>
      </p:sp>
      <p:pic>
        <p:nvPicPr>
          <p:cNvPr id="5" name="Picture 4">
            <a:extLst>
              <a:ext uri="{FF2B5EF4-FFF2-40B4-BE49-F238E27FC236}">
                <a16:creationId xmlns:a16="http://schemas.microsoft.com/office/drawing/2014/main" id="{608D796D-FF23-0D2A-EA5F-3B4EEC49106F}"/>
              </a:ext>
            </a:extLst>
          </p:cNvPr>
          <p:cNvPicPr>
            <a:picLocks noChangeAspect="1"/>
          </p:cNvPicPr>
          <p:nvPr/>
        </p:nvPicPr>
        <p:blipFill>
          <a:blip r:embed="rId2"/>
          <a:stretch>
            <a:fillRect/>
          </a:stretch>
        </p:blipFill>
        <p:spPr>
          <a:xfrm>
            <a:off x="5649879" y="2084248"/>
            <a:ext cx="5671931" cy="2737835"/>
          </a:xfrm>
          <a:prstGeom prst="rect">
            <a:avLst/>
          </a:prstGeom>
        </p:spPr>
      </p:pic>
      <p:pic>
        <p:nvPicPr>
          <p:cNvPr id="12" name="Picture 11">
            <a:extLst>
              <a:ext uri="{FF2B5EF4-FFF2-40B4-BE49-F238E27FC236}">
                <a16:creationId xmlns:a16="http://schemas.microsoft.com/office/drawing/2014/main" id="{84FF472E-6052-8E4D-EA0D-CCDD48A79F2B}"/>
              </a:ext>
            </a:extLst>
          </p:cNvPr>
          <p:cNvPicPr>
            <a:picLocks noChangeAspect="1"/>
          </p:cNvPicPr>
          <p:nvPr/>
        </p:nvPicPr>
        <p:blipFill>
          <a:blip r:embed="rId3"/>
          <a:srcRect l="8420" r="7751" b="6751"/>
          <a:stretch/>
        </p:blipFill>
        <p:spPr>
          <a:xfrm>
            <a:off x="5787973" y="4749468"/>
            <a:ext cx="1821619" cy="2108532"/>
          </a:xfrm>
          <a:prstGeom prst="rect">
            <a:avLst/>
          </a:prstGeom>
        </p:spPr>
      </p:pic>
      <p:pic>
        <p:nvPicPr>
          <p:cNvPr id="20" name="Picture 19">
            <a:extLst>
              <a:ext uri="{FF2B5EF4-FFF2-40B4-BE49-F238E27FC236}">
                <a16:creationId xmlns:a16="http://schemas.microsoft.com/office/drawing/2014/main" id="{8DBB6403-54CB-FBA1-7D7B-7D980F9DFEEC}"/>
              </a:ext>
            </a:extLst>
          </p:cNvPr>
          <p:cNvPicPr>
            <a:picLocks noChangeAspect="1"/>
          </p:cNvPicPr>
          <p:nvPr/>
        </p:nvPicPr>
        <p:blipFill>
          <a:blip r:embed="rId4"/>
          <a:stretch>
            <a:fillRect/>
          </a:stretch>
        </p:blipFill>
        <p:spPr>
          <a:xfrm>
            <a:off x="530584" y="2156841"/>
            <a:ext cx="4660697" cy="2644161"/>
          </a:xfrm>
          <a:prstGeom prst="rect">
            <a:avLst/>
          </a:prstGeom>
        </p:spPr>
      </p:pic>
      <p:sp>
        <p:nvSpPr>
          <p:cNvPr id="14" name="TextBox 13">
            <a:extLst>
              <a:ext uri="{FF2B5EF4-FFF2-40B4-BE49-F238E27FC236}">
                <a16:creationId xmlns:a16="http://schemas.microsoft.com/office/drawing/2014/main" id="{4E29F224-A5E8-3E1A-82D6-C796A844A956}"/>
              </a:ext>
            </a:extLst>
          </p:cNvPr>
          <p:cNvSpPr txBox="1"/>
          <p:nvPr/>
        </p:nvSpPr>
        <p:spPr>
          <a:xfrm>
            <a:off x="5850601" y="1127626"/>
            <a:ext cx="5671931" cy="954107"/>
          </a:xfrm>
          <a:prstGeom prst="rect">
            <a:avLst/>
          </a:prstGeom>
          <a:noFill/>
        </p:spPr>
        <p:txBody>
          <a:bodyPr wrap="square" rtlCol="0">
            <a:spAutoFit/>
          </a:bodyPr>
          <a:lstStyle/>
          <a:p>
            <a:r>
              <a:rPr lang="en-GB" sz="1600" b="1" dirty="0">
                <a:solidFill>
                  <a:schemeClr val="accent4">
                    <a:lumMod val="25000"/>
                  </a:schemeClr>
                </a:solidFill>
              </a:rPr>
              <a:t>Language analysis for project titles</a:t>
            </a:r>
          </a:p>
          <a:p>
            <a:endParaRPr lang="en-GB" sz="1600" b="1" dirty="0"/>
          </a:p>
          <a:p>
            <a:r>
              <a:rPr lang="en-GB" sz="1200" dirty="0">
                <a:solidFill>
                  <a:schemeClr val="accent4">
                    <a:lumMod val="25000"/>
                  </a:schemeClr>
                </a:solidFill>
              </a:rPr>
              <a:t>using library </a:t>
            </a:r>
            <a:r>
              <a:rPr lang="en-GB" sz="1200" b="1" dirty="0" err="1">
                <a:solidFill>
                  <a:schemeClr val="accent4">
                    <a:lumMod val="25000"/>
                  </a:schemeClr>
                </a:solidFill>
              </a:rPr>
              <a:t>fasttext</a:t>
            </a:r>
            <a:r>
              <a:rPr lang="en-GB" sz="1200" dirty="0">
                <a:solidFill>
                  <a:schemeClr val="accent4">
                    <a:lumMod val="25000"/>
                  </a:schemeClr>
                </a:solidFill>
              </a:rPr>
              <a:t> (see </a:t>
            </a:r>
            <a:r>
              <a:rPr lang="en-GB" sz="1200" dirty="0">
                <a:solidFill>
                  <a:schemeClr val="accent4">
                    <a:lumMod val="25000"/>
                  </a:schemeClr>
                </a:solidFill>
                <a:hlinkClick r:id="rId5"/>
              </a:rPr>
              <a:t>here</a:t>
            </a:r>
            <a:r>
              <a:rPr lang="en-GB" sz="1200" dirty="0">
                <a:solidFill>
                  <a:schemeClr val="accent4">
                    <a:lumMod val="25000"/>
                  </a:schemeClr>
                </a:solidFill>
              </a:rPr>
              <a:t> for comparison of popular language detection packages), all algorithms a bit shaky on very short texts</a:t>
            </a:r>
            <a:endParaRPr lang="en-GB" sz="1600" b="1" noProof="0" dirty="0"/>
          </a:p>
        </p:txBody>
      </p:sp>
      <p:sp>
        <p:nvSpPr>
          <p:cNvPr id="13" name="TextBox 12">
            <a:extLst>
              <a:ext uri="{FF2B5EF4-FFF2-40B4-BE49-F238E27FC236}">
                <a16:creationId xmlns:a16="http://schemas.microsoft.com/office/drawing/2014/main" id="{59828542-0C96-2612-8F9E-65CE28C8EE8D}"/>
              </a:ext>
            </a:extLst>
          </p:cNvPr>
          <p:cNvSpPr txBox="1"/>
          <p:nvPr/>
        </p:nvSpPr>
        <p:spPr>
          <a:xfrm>
            <a:off x="7921984" y="5183729"/>
            <a:ext cx="3354130" cy="1015663"/>
          </a:xfrm>
          <a:prstGeom prst="rect">
            <a:avLst/>
          </a:prstGeom>
          <a:noFill/>
        </p:spPr>
        <p:txBody>
          <a:bodyPr wrap="square" rtlCol="0">
            <a:spAutoFit/>
          </a:bodyPr>
          <a:lstStyle/>
          <a:p>
            <a:r>
              <a:rPr lang="en-US" sz="1200" b="1" dirty="0">
                <a:solidFill>
                  <a:schemeClr val="accent4">
                    <a:lumMod val="25000"/>
                  </a:schemeClr>
                </a:solidFill>
              </a:rPr>
              <a:t>takeaway from language analysis: </a:t>
            </a:r>
            <a:r>
              <a:rPr lang="en-US" sz="1200" dirty="0">
                <a:solidFill>
                  <a:schemeClr val="accent4">
                    <a:lumMod val="25000"/>
                  </a:schemeClr>
                </a:solidFill>
              </a:rPr>
              <a:t>almost all project titles in either </a:t>
            </a:r>
            <a:r>
              <a:rPr lang="en-US" sz="1200" dirty="0" err="1">
                <a:solidFill>
                  <a:schemeClr val="accent4">
                    <a:lumMod val="25000"/>
                  </a:schemeClr>
                </a:solidFill>
              </a:rPr>
              <a:t>en</a:t>
            </a:r>
            <a:r>
              <a:rPr lang="en-US" sz="1200" dirty="0">
                <a:solidFill>
                  <a:schemeClr val="accent4">
                    <a:lumMod val="25000"/>
                  </a:schemeClr>
                </a:solidFill>
              </a:rPr>
              <a:t>/</a:t>
            </a:r>
            <a:r>
              <a:rPr lang="en-US" sz="1200" dirty="0" err="1">
                <a:solidFill>
                  <a:schemeClr val="accent4">
                    <a:lumMod val="25000"/>
                  </a:schemeClr>
                </a:solidFill>
              </a:rPr>
              <a:t>fr</a:t>
            </a:r>
            <a:r>
              <a:rPr lang="en-US" sz="1200" dirty="0">
                <a:solidFill>
                  <a:schemeClr val="accent4">
                    <a:lumMod val="25000"/>
                  </a:schemeClr>
                </a:solidFill>
              </a:rPr>
              <a:t>/es/de/it, rest misclassification due to too short project title or abbreviations used (e.g. “SEM. EVALUA. DIAKONIA SA”, “SUA&amp;TARP II”) </a:t>
            </a:r>
            <a:endParaRPr lang="en-US" sz="1200" b="1" dirty="0">
              <a:solidFill>
                <a:schemeClr val="accent4">
                  <a:lumMod val="25000"/>
                </a:schemeClr>
              </a:solidFill>
            </a:endParaRPr>
          </a:p>
        </p:txBody>
      </p:sp>
    </p:spTree>
    <p:extLst>
      <p:ext uri="{BB962C8B-B14F-4D97-AF65-F5344CB8AC3E}">
        <p14:creationId xmlns:p14="http://schemas.microsoft.com/office/powerpoint/2010/main" val="624961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DA6E2-E128-385B-BC14-657923D17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5E87FF-C728-ECA3-0591-158B060A3D41}"/>
              </a:ext>
            </a:extLst>
          </p:cNvPr>
          <p:cNvSpPr>
            <a:spLocks noGrp="1"/>
          </p:cNvSpPr>
          <p:nvPr>
            <p:ph type="title"/>
          </p:nvPr>
        </p:nvSpPr>
        <p:spPr/>
        <p:txBody>
          <a:bodyPr/>
          <a:lstStyle/>
          <a:p>
            <a:r>
              <a:rPr lang="en-US" sz="2800" dirty="0"/>
              <a:t>1. CRS Data</a:t>
            </a:r>
          </a:p>
        </p:txBody>
      </p:sp>
      <p:pic>
        <p:nvPicPr>
          <p:cNvPr id="17" name="Picture 16">
            <a:extLst>
              <a:ext uri="{FF2B5EF4-FFF2-40B4-BE49-F238E27FC236}">
                <a16:creationId xmlns:a16="http://schemas.microsoft.com/office/drawing/2014/main" id="{5358CE3D-1ADC-F42F-0874-45B401F43BF7}"/>
              </a:ext>
            </a:extLst>
          </p:cNvPr>
          <p:cNvPicPr>
            <a:picLocks noChangeAspect="1"/>
          </p:cNvPicPr>
          <p:nvPr/>
        </p:nvPicPr>
        <p:blipFill>
          <a:blip r:embed="rId2"/>
          <a:stretch>
            <a:fillRect/>
          </a:stretch>
        </p:blipFill>
        <p:spPr>
          <a:xfrm>
            <a:off x="6786416" y="1647033"/>
            <a:ext cx="5205471" cy="3412810"/>
          </a:xfrm>
          <a:prstGeom prst="rect">
            <a:avLst/>
          </a:prstGeom>
        </p:spPr>
      </p:pic>
      <p:sp>
        <p:nvSpPr>
          <p:cNvPr id="3" name="TextBox 2">
            <a:extLst>
              <a:ext uri="{FF2B5EF4-FFF2-40B4-BE49-F238E27FC236}">
                <a16:creationId xmlns:a16="http://schemas.microsoft.com/office/drawing/2014/main" id="{3E403CAE-DD53-8915-85BD-83A562C10932}"/>
              </a:ext>
            </a:extLst>
          </p:cNvPr>
          <p:cNvSpPr txBox="1"/>
          <p:nvPr/>
        </p:nvSpPr>
        <p:spPr>
          <a:xfrm>
            <a:off x="157144" y="1231667"/>
            <a:ext cx="2416431" cy="461665"/>
          </a:xfrm>
          <a:prstGeom prst="rect">
            <a:avLst/>
          </a:prstGeom>
          <a:noFill/>
        </p:spPr>
        <p:txBody>
          <a:bodyPr wrap="none" rtlCol="0">
            <a:spAutoFit/>
          </a:bodyPr>
          <a:lstStyle/>
          <a:p>
            <a:r>
              <a:rPr lang="en-GB" sz="2400" b="1" noProof="0" dirty="0"/>
              <a:t>Long descriptions</a:t>
            </a:r>
          </a:p>
        </p:txBody>
      </p:sp>
      <p:sp>
        <p:nvSpPr>
          <p:cNvPr id="5" name="TextBox 4">
            <a:extLst>
              <a:ext uri="{FF2B5EF4-FFF2-40B4-BE49-F238E27FC236}">
                <a16:creationId xmlns:a16="http://schemas.microsoft.com/office/drawing/2014/main" id="{9A5C2AF3-8548-FEDA-CE79-2E8767668F44}"/>
              </a:ext>
            </a:extLst>
          </p:cNvPr>
          <p:cNvSpPr txBox="1"/>
          <p:nvPr/>
        </p:nvSpPr>
        <p:spPr>
          <a:xfrm>
            <a:off x="359324" y="1982077"/>
            <a:ext cx="6317175" cy="3077766"/>
          </a:xfrm>
          <a:prstGeom prst="rect">
            <a:avLst/>
          </a:prstGeom>
          <a:noFill/>
        </p:spPr>
        <p:txBody>
          <a:bodyPr wrap="square" rtlCol="0">
            <a:spAutoFit/>
          </a:bodyPr>
          <a:lstStyle/>
          <a:p>
            <a:r>
              <a:rPr lang="en-US" b="1" dirty="0">
                <a:solidFill>
                  <a:schemeClr val="accent4">
                    <a:lumMod val="25000"/>
                  </a:schemeClr>
                </a:solidFill>
              </a:rPr>
              <a:t>examples:</a:t>
            </a:r>
          </a:p>
          <a:p>
            <a:pPr marL="171450" indent="-171450">
              <a:buFont typeface="Arial" panose="020B0604020202020204" pitchFamily="34" charset="0"/>
              <a:buChar char="•"/>
            </a:pPr>
            <a:r>
              <a:rPr lang="en-US" sz="1100" i="1" dirty="0">
                <a:solidFill>
                  <a:schemeClr val="accent4">
                    <a:lumMod val="25000"/>
                  </a:schemeClr>
                </a:solidFill>
              </a:rPr>
              <a:t>to strengthen the capacity of National Malaria Control Programs to generate, analyze, and utilize genomic data to support malaria control and elimination efforts in 16 countries in </a:t>
            </a:r>
            <a:r>
              <a:rPr lang="en-US" sz="1100" i="1" dirty="0" err="1">
                <a:solidFill>
                  <a:schemeClr val="accent4">
                    <a:lumMod val="25000"/>
                  </a:schemeClr>
                </a:solidFill>
              </a:rPr>
              <a:t>sub-saharan</a:t>
            </a:r>
            <a:r>
              <a:rPr lang="en-US" sz="1100" i="1" dirty="0">
                <a:solidFill>
                  <a:schemeClr val="accent4">
                    <a:lumMod val="25000"/>
                  </a:schemeClr>
                </a:solidFill>
              </a:rPr>
              <a:t> Africa</a:t>
            </a:r>
          </a:p>
          <a:p>
            <a:pPr marL="171450" indent="-171450">
              <a:buFont typeface="Arial" panose="020B0604020202020204" pitchFamily="34" charset="0"/>
              <a:buChar char="•"/>
            </a:pPr>
            <a:r>
              <a:rPr lang="en-US" sz="1100" i="1" dirty="0">
                <a:solidFill>
                  <a:schemeClr val="accent4">
                    <a:lumMod val="25000"/>
                  </a:schemeClr>
                </a:solidFill>
              </a:rPr>
              <a:t>to improve donor funding alignment and coordination of global levers in support of health sector goals</a:t>
            </a:r>
          </a:p>
          <a:p>
            <a:pPr marL="171450" indent="-171450">
              <a:buFont typeface="Arial" panose="020B0604020202020204" pitchFamily="34" charset="0"/>
              <a:buChar char="•"/>
            </a:pPr>
            <a:r>
              <a:rPr lang="en-US" sz="1100" i="1" dirty="0">
                <a:solidFill>
                  <a:schemeClr val="accent4">
                    <a:lumMod val="25000"/>
                  </a:schemeClr>
                </a:solidFill>
              </a:rPr>
              <a:t>Energy efficiency investment (steam plant). Steam is used to produce energy. The current 20MW steam boiler and associated facility was built in the 1960's and is operated on a petroleum basis. This investment will finance and install a new steam  plant powered by natural gas. This reduces pollutant emissions. Environmental effects: The new steam boiler system improves power generation through improved power generation technology while increasing energy efficiency. The project thus  supports the fight against climate change. SDGs 1, 8 and 17 apply.</a:t>
            </a:r>
          </a:p>
          <a:p>
            <a:pPr marL="171450" indent="-171450">
              <a:buFont typeface="Arial" panose="020B0604020202020204" pitchFamily="34" charset="0"/>
              <a:buChar char="•"/>
            </a:pPr>
            <a:r>
              <a:rPr lang="en-US" sz="1100" i="1" dirty="0">
                <a:solidFill>
                  <a:schemeClr val="accent4">
                    <a:lumMod val="25000"/>
                  </a:schemeClr>
                </a:solidFill>
              </a:rPr>
              <a:t>CENTRALE GEOTHERMIQUE DE LAHENDONG</a:t>
            </a:r>
          </a:p>
          <a:p>
            <a:pPr marL="171450" indent="-171450">
              <a:buFont typeface="Arial" panose="020B0604020202020204" pitchFamily="34" charset="0"/>
              <a:buChar char="•"/>
            </a:pPr>
            <a:r>
              <a:rPr lang="en-US" sz="1100" i="1" dirty="0">
                <a:solidFill>
                  <a:schemeClr val="accent4">
                    <a:lumMod val="25000"/>
                  </a:schemeClr>
                </a:solidFill>
              </a:rPr>
              <a:t>Development of educated classes in society, promotion of international exchange and networking</a:t>
            </a:r>
          </a:p>
          <a:p>
            <a:pPr marL="171450" indent="-171450">
              <a:buFont typeface="Arial" panose="020B0604020202020204" pitchFamily="34" charset="0"/>
              <a:buChar char="•"/>
            </a:pPr>
            <a:r>
              <a:rPr lang="en-US" sz="1100" i="1" dirty="0">
                <a:solidFill>
                  <a:schemeClr val="accent4">
                    <a:lumMod val="25000"/>
                  </a:schemeClr>
                </a:solidFill>
              </a:rPr>
              <a:t>Fernão Mendes Pinto scholarship</a:t>
            </a:r>
          </a:p>
          <a:p>
            <a:pPr marL="171450" indent="-171450">
              <a:buFont typeface="Arial" panose="020B0604020202020204" pitchFamily="34" charset="0"/>
              <a:buChar char="•"/>
            </a:pPr>
            <a:r>
              <a:rPr lang="en-US" sz="1100" i="1" dirty="0">
                <a:solidFill>
                  <a:schemeClr val="accent4">
                    <a:lumMod val="25000"/>
                  </a:schemeClr>
                </a:solidFill>
              </a:rPr>
              <a:t>to provide direct grant to Borno State for PHC strengthening leveraging lessons from the RI basket fund model and the NSHIP implementation in the state</a:t>
            </a:r>
          </a:p>
          <a:p>
            <a:r>
              <a:rPr lang="en-US" sz="1100" dirty="0">
                <a:solidFill>
                  <a:schemeClr val="accent4">
                    <a:lumMod val="25000"/>
                  </a:schemeClr>
                </a:solidFill>
              </a:rPr>
              <a:t>	 </a:t>
            </a:r>
          </a:p>
          <a:p>
            <a:r>
              <a:rPr lang="en-US" sz="1100" dirty="0">
                <a:solidFill>
                  <a:schemeClr val="accent4">
                    <a:lumMod val="25000"/>
                  </a:schemeClr>
                </a:solidFill>
              </a:rPr>
              <a:t>	 </a:t>
            </a:r>
            <a:endParaRPr lang="en-US" dirty="0">
              <a:solidFill>
                <a:schemeClr val="accent4">
                  <a:lumMod val="25000"/>
                </a:schemeClr>
              </a:solidFill>
            </a:endParaRPr>
          </a:p>
        </p:txBody>
      </p:sp>
    </p:spTree>
    <p:extLst>
      <p:ext uri="{BB962C8B-B14F-4D97-AF65-F5344CB8AC3E}">
        <p14:creationId xmlns:p14="http://schemas.microsoft.com/office/powerpoint/2010/main" val="2901130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5E8E6-9C0A-57D4-C357-3E6A621BF4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006DF-3C97-E379-EAB9-CA530093BC95}"/>
              </a:ext>
            </a:extLst>
          </p:cNvPr>
          <p:cNvSpPr>
            <a:spLocks noGrp="1"/>
          </p:cNvSpPr>
          <p:nvPr>
            <p:ph type="title"/>
          </p:nvPr>
        </p:nvSpPr>
        <p:spPr/>
        <p:txBody>
          <a:bodyPr/>
          <a:lstStyle/>
          <a:p>
            <a:r>
              <a:rPr lang="en-US" sz="2800" dirty="0"/>
              <a:t>2. Methodological Requirements</a:t>
            </a:r>
          </a:p>
        </p:txBody>
      </p:sp>
      <p:sp>
        <p:nvSpPr>
          <p:cNvPr id="7" name="TextBox 6">
            <a:extLst>
              <a:ext uri="{FF2B5EF4-FFF2-40B4-BE49-F238E27FC236}">
                <a16:creationId xmlns:a16="http://schemas.microsoft.com/office/drawing/2014/main" id="{E32E16EB-5E84-B676-56C1-DF9EA6A660A2}"/>
              </a:ext>
            </a:extLst>
          </p:cNvPr>
          <p:cNvSpPr txBox="1"/>
          <p:nvPr/>
        </p:nvSpPr>
        <p:spPr>
          <a:xfrm>
            <a:off x="421834" y="1575596"/>
            <a:ext cx="11278026" cy="6617196"/>
          </a:xfrm>
          <a:prstGeom prst="rect">
            <a:avLst/>
          </a:prstGeom>
          <a:noFill/>
        </p:spPr>
        <p:txBody>
          <a:bodyPr wrap="square" rtlCol="0">
            <a:spAutoFit/>
          </a:bodyPr>
          <a:lstStyle/>
          <a:p>
            <a:r>
              <a:rPr lang="en-US" sz="1400" dirty="0">
                <a:solidFill>
                  <a:schemeClr val="accent2"/>
                </a:solidFill>
                <a:ea typeface="Verdana" panose="020B0604030504040204" pitchFamily="34" charset="0"/>
              </a:rPr>
              <a:t>Due to the structure of our data with titles, short and long descriptions in multiple language, as well as projects marked as statistical projects through purpose code 16062, two types of methodological requirements can be distinguished:</a:t>
            </a:r>
          </a:p>
          <a:p>
            <a:endParaRPr lang="en-US" b="1" dirty="0">
              <a:solidFill>
                <a:schemeClr val="accent2"/>
              </a:solidFill>
              <a:ea typeface="Verdana" panose="020B0604030504040204" pitchFamily="34" charset="0"/>
            </a:endParaRPr>
          </a:p>
          <a:p>
            <a:r>
              <a:rPr lang="en-US" sz="1600" b="1" i="1" dirty="0">
                <a:solidFill>
                  <a:schemeClr val="accent2"/>
                </a:solidFill>
                <a:ea typeface="Verdana" panose="020B0604030504040204" pitchFamily="34" charset="0"/>
              </a:rPr>
              <a:t>Requirements due to data structure:</a:t>
            </a:r>
          </a:p>
          <a:p>
            <a:pPr marL="800100" lvl="1" indent="-342900">
              <a:buFont typeface="+mj-lt"/>
              <a:buAutoNum type="arabicPeriod"/>
            </a:pPr>
            <a:r>
              <a:rPr lang="en-US" sz="1600" b="1" dirty="0">
                <a:solidFill>
                  <a:schemeClr val="accent2"/>
                </a:solidFill>
                <a:ea typeface="Verdana" panose="020B0604030504040204" pitchFamily="34" charset="0"/>
              </a:rPr>
              <a:t>Multilingual Reporting</a:t>
            </a:r>
          </a:p>
          <a:p>
            <a:r>
              <a:rPr lang="en-US" sz="1600" b="1" dirty="0">
                <a:solidFill>
                  <a:schemeClr val="accent2"/>
                </a:solidFill>
                <a:ea typeface="Verdana" panose="020B0604030504040204" pitchFamily="34" charset="0"/>
              </a:rPr>
              <a:t>	</a:t>
            </a:r>
            <a:r>
              <a:rPr lang="en-US" sz="1200" dirty="0">
                <a:solidFill>
                  <a:schemeClr val="accent2"/>
                </a:solidFill>
                <a:ea typeface="Verdana" panose="020B0604030504040204" pitchFamily="34" charset="0"/>
              </a:rPr>
              <a:t>classification methodology should work on multiple languages </a:t>
            </a:r>
            <a:r>
              <a:rPr lang="en-US" sz="1400" b="1" dirty="0">
                <a:solidFill>
                  <a:schemeClr val="accent2"/>
                </a:solidFill>
                <a:ea typeface="Verdana" panose="020B0604030504040204" pitchFamily="34" charset="0"/>
              </a:rPr>
              <a:t> </a:t>
            </a:r>
          </a:p>
          <a:p>
            <a:pPr marL="800100" lvl="1" indent="-342900">
              <a:buFont typeface="+mj-lt"/>
              <a:buAutoNum type="arabicPeriod" startAt="2"/>
            </a:pPr>
            <a:r>
              <a:rPr lang="en-US" sz="1600" b="1" dirty="0">
                <a:solidFill>
                  <a:schemeClr val="accent2"/>
                </a:solidFill>
                <a:ea typeface="Verdana" panose="020B0604030504040204" pitchFamily="34" charset="0"/>
              </a:rPr>
              <a:t>Positive-unlabeled learning problem</a:t>
            </a:r>
          </a:p>
          <a:p>
            <a:r>
              <a:rPr lang="en-US" sz="1400" b="1" dirty="0">
                <a:solidFill>
                  <a:schemeClr val="accent2"/>
                </a:solidFill>
                <a:ea typeface="Verdana" panose="020B0604030504040204" pitchFamily="34" charset="0"/>
              </a:rPr>
              <a:t>	</a:t>
            </a:r>
            <a:r>
              <a:rPr lang="en-US" sz="1200" dirty="0">
                <a:solidFill>
                  <a:schemeClr val="accent2"/>
                </a:solidFill>
                <a:ea typeface="Verdana" panose="020B0604030504040204" pitchFamily="34" charset="0"/>
              </a:rPr>
              <a:t>in our case, we have a robust set of labeled projects for which a reporter has assigned a positive label (for statistics: purpose code 16062), but no negatively labeled 	projects for which we definitively know they have no statistics/data component</a:t>
            </a:r>
          </a:p>
          <a:p>
            <a:endParaRPr lang="en-US" sz="1400" b="1" dirty="0">
              <a:solidFill>
                <a:schemeClr val="accent2"/>
              </a:solidFill>
              <a:ea typeface="Verdana" panose="020B0604030504040204" pitchFamily="34" charset="0"/>
            </a:endParaRPr>
          </a:p>
          <a:p>
            <a:r>
              <a:rPr lang="en-US" sz="1600" b="1" i="1" dirty="0">
                <a:solidFill>
                  <a:schemeClr val="accent2"/>
                </a:solidFill>
                <a:ea typeface="Verdana" panose="020B0604030504040204" pitchFamily="34" charset="0"/>
              </a:rPr>
              <a:t>Requirements from us:</a:t>
            </a:r>
          </a:p>
          <a:p>
            <a:pPr marL="800100" lvl="1" indent="-342900">
              <a:buFont typeface="+mj-lt"/>
              <a:buAutoNum type="arabicPeriod" startAt="3"/>
            </a:pPr>
            <a:r>
              <a:rPr lang="en-US" sz="1600" b="1" i="1" dirty="0">
                <a:solidFill>
                  <a:schemeClr val="accent2"/>
                </a:solidFill>
                <a:ea typeface="Verdana" panose="020B0604030504040204" pitchFamily="34" charset="0"/>
              </a:rPr>
              <a:t>Accuracy</a:t>
            </a:r>
          </a:p>
          <a:p>
            <a:pPr lvl="2"/>
            <a:r>
              <a:rPr lang="en-US" sz="1200" dirty="0">
                <a:solidFill>
                  <a:schemeClr val="accent2"/>
                </a:solidFill>
                <a:ea typeface="Verdana" panose="020B0604030504040204" pitchFamily="34" charset="0"/>
              </a:rPr>
              <a:t>to us, accuracy is more important than e.g. computing time</a:t>
            </a:r>
          </a:p>
          <a:p>
            <a:pPr marL="800100" lvl="1" indent="-342900">
              <a:buFont typeface="+mj-lt"/>
              <a:buAutoNum type="arabicPeriod" startAt="3"/>
            </a:pPr>
            <a:r>
              <a:rPr lang="en-US" sz="1600" b="1" dirty="0">
                <a:solidFill>
                  <a:schemeClr val="accent2"/>
                </a:solidFill>
                <a:ea typeface="Verdana" panose="020B0604030504040204" pitchFamily="34" charset="0"/>
              </a:rPr>
              <a:t>Interpretability</a:t>
            </a:r>
          </a:p>
          <a:p>
            <a:r>
              <a:rPr lang="en-US" sz="1600" b="1" dirty="0">
                <a:solidFill>
                  <a:schemeClr val="accent2"/>
                </a:solidFill>
                <a:ea typeface="Verdana" panose="020B0604030504040204" pitchFamily="34" charset="0"/>
              </a:rPr>
              <a:t>	</a:t>
            </a:r>
            <a:r>
              <a:rPr lang="en-US" sz="1200" dirty="0">
                <a:solidFill>
                  <a:schemeClr val="accent2"/>
                </a:solidFill>
                <a:ea typeface="Verdana" panose="020B0604030504040204" pitchFamily="34" charset="0"/>
              </a:rPr>
              <a:t>classification methodology should offer the possibility to provide insight into how it arrives at a classification (e.g. relative importance of words for </a:t>
            </a:r>
            <a:r>
              <a:rPr lang="en-US" sz="1200" dirty="0" err="1">
                <a:solidFill>
                  <a:schemeClr val="accent2"/>
                </a:solidFill>
                <a:ea typeface="Verdana" panose="020B0604030504040204" pitchFamily="34" charset="0"/>
              </a:rPr>
              <a:t>XGBoost</a:t>
            </a:r>
            <a:r>
              <a:rPr lang="en-US" sz="1200" dirty="0">
                <a:solidFill>
                  <a:schemeClr val="accent2"/>
                </a:solidFill>
                <a:ea typeface="Verdana" panose="020B0604030504040204" pitchFamily="34" charset="0"/>
              </a:rPr>
              <a:t>, i.e. 	which words are weighted how much)</a:t>
            </a:r>
          </a:p>
          <a:p>
            <a:pPr marL="800100" lvl="1" indent="-342900">
              <a:buFont typeface="+mj-lt"/>
              <a:buAutoNum type="arabicPeriod" startAt="5"/>
            </a:pPr>
            <a:r>
              <a:rPr lang="en-US" sz="1600" b="1" dirty="0">
                <a:solidFill>
                  <a:schemeClr val="accent2"/>
                </a:solidFill>
                <a:ea typeface="Verdana" panose="020B0604030504040204" pitchFamily="34" charset="0"/>
              </a:rPr>
              <a:t>Variance estimation </a:t>
            </a:r>
          </a:p>
          <a:p>
            <a:r>
              <a:rPr lang="en-US" sz="1600" b="1" dirty="0">
                <a:solidFill>
                  <a:schemeClr val="accent2"/>
                </a:solidFill>
                <a:ea typeface="Verdana" panose="020B0604030504040204" pitchFamily="34" charset="0"/>
              </a:rPr>
              <a:t>	</a:t>
            </a:r>
            <a:r>
              <a:rPr lang="en-US" sz="1200" dirty="0">
                <a:solidFill>
                  <a:schemeClr val="accent2"/>
                </a:solidFill>
                <a:ea typeface="Verdana" panose="020B0604030504040204" pitchFamily="34" charset="0"/>
              </a:rPr>
              <a:t>it would be helpful to quantify the uncertainty for the numbers we report (e.g. 875m ± 0.2m)</a:t>
            </a:r>
            <a:endParaRPr lang="en-US" sz="1600" b="1" dirty="0">
              <a:solidFill>
                <a:schemeClr val="accent2"/>
              </a:solidFill>
              <a:ea typeface="Verdana" panose="020B0604030504040204" pitchFamily="34" charset="0"/>
            </a:endParaRPr>
          </a:p>
          <a:p>
            <a:r>
              <a:rPr lang="en-US" sz="1600" b="1" dirty="0">
                <a:solidFill>
                  <a:schemeClr val="accent2"/>
                </a:solidFill>
                <a:ea typeface="Verdana" panose="020B0604030504040204" pitchFamily="34" charset="0"/>
              </a:rPr>
              <a:t>         (6.   Potential additional P21 requirements)</a:t>
            </a:r>
          </a:p>
          <a:p>
            <a:r>
              <a:rPr lang="en-US" sz="1600" b="1" dirty="0">
                <a:solidFill>
                  <a:schemeClr val="accent2"/>
                </a:solidFill>
                <a:ea typeface="Verdana" panose="020B0604030504040204" pitchFamily="34" charset="0"/>
              </a:rPr>
              <a:t>	</a:t>
            </a:r>
            <a:r>
              <a:rPr lang="en-US" sz="1200" dirty="0">
                <a:solidFill>
                  <a:schemeClr val="accent2"/>
                </a:solidFill>
                <a:ea typeface="Verdana" panose="020B0604030504040204" pitchFamily="34" charset="0"/>
              </a:rPr>
              <a:t>any additional requirements from P21, e.g. constraint on computational requirements (CPU vs GPU) …</a:t>
            </a:r>
            <a:endParaRPr lang="en-US" sz="1600" b="1" dirty="0">
              <a:solidFill>
                <a:schemeClr val="accent2"/>
              </a:solidFill>
              <a:ea typeface="Verdana" panose="020B0604030504040204" pitchFamily="34" charset="0"/>
            </a:endParaRPr>
          </a:p>
          <a:p>
            <a:pPr marL="457200" indent="-457200">
              <a:buFont typeface="+mj-lt"/>
              <a:buAutoNum type="arabicPeriod"/>
            </a:pPr>
            <a:endParaRPr lang="en-US" b="1" dirty="0">
              <a:solidFill>
                <a:schemeClr val="accent2"/>
              </a:solidFill>
              <a:ea typeface="Verdana" panose="020B0604030504040204" pitchFamily="34" charset="0"/>
            </a:endParaRPr>
          </a:p>
          <a:p>
            <a:pPr marL="342900" indent="-342900">
              <a:buAutoNum type="arabicPeriod"/>
            </a:pPr>
            <a:endParaRPr lang="en-US" sz="1400" b="1" dirty="0">
              <a:solidFill>
                <a:schemeClr val="accent2"/>
              </a:solidFill>
              <a:ea typeface="Verdana" panose="020B0604030504040204" pitchFamily="34" charset="0"/>
            </a:endParaRPr>
          </a:p>
          <a:p>
            <a:pPr marL="800100" lvl="1" indent="-342900">
              <a:buFont typeface="+mj-lt"/>
              <a:buAutoNum type="arabicPeriod"/>
            </a:pPr>
            <a:endParaRPr lang="en-US" sz="1400" b="1" dirty="0">
              <a:solidFill>
                <a:schemeClr val="accent2"/>
              </a:solidFill>
              <a:ea typeface="Verdana" panose="020B0604030504040204" pitchFamily="34" charset="0"/>
            </a:endParaRPr>
          </a:p>
          <a:p>
            <a:pPr marL="800100" lvl="1" indent="-342900">
              <a:buFont typeface="+mj-lt"/>
              <a:buAutoNum type="arabicPeriod"/>
            </a:pPr>
            <a:endParaRPr lang="en-US" sz="1400" b="1" dirty="0">
              <a:solidFill>
                <a:schemeClr val="accent2"/>
              </a:solidFill>
              <a:ea typeface="Verdana" panose="020B0604030504040204" pitchFamily="34" charset="0"/>
            </a:endParaRPr>
          </a:p>
          <a:p>
            <a:pPr marL="800100" lvl="1" indent="-342900">
              <a:buFont typeface="+mj-lt"/>
              <a:buAutoNum type="arabicPeriod"/>
            </a:pPr>
            <a:endParaRPr lang="en-US" sz="1400" b="1" dirty="0">
              <a:solidFill>
                <a:schemeClr val="accent2"/>
              </a:solidFill>
              <a:ea typeface="Verdana" panose="020B0604030504040204" pitchFamily="34" charset="0"/>
            </a:endParaRPr>
          </a:p>
          <a:p>
            <a:pPr marL="800100" lvl="1" indent="-342900">
              <a:buFont typeface="+mj-lt"/>
              <a:buAutoNum type="arabicPeriod"/>
            </a:pPr>
            <a:endParaRPr lang="en-US" sz="1400" b="1" dirty="0">
              <a:solidFill>
                <a:schemeClr val="accent2"/>
              </a:solidFill>
              <a:ea typeface="Verdana" panose="020B0604030504040204" pitchFamily="34" charset="0"/>
            </a:endParaRPr>
          </a:p>
          <a:p>
            <a:endParaRPr lang="en-US" sz="1600" b="1" dirty="0">
              <a:solidFill>
                <a:schemeClr val="accent2"/>
              </a:solidFill>
              <a:ea typeface="Verdana" panose="020B0604030504040204" pitchFamily="34" charset="0"/>
            </a:endParaRPr>
          </a:p>
          <a:p>
            <a:endParaRPr lang="en-US" sz="1400" b="1" dirty="0">
              <a:solidFill>
                <a:schemeClr val="accent2"/>
              </a:solidFill>
              <a:ea typeface="Verdana" panose="020B0604030504040204" pitchFamily="34" charset="0"/>
            </a:endParaRPr>
          </a:p>
        </p:txBody>
      </p:sp>
    </p:spTree>
    <p:extLst>
      <p:ext uri="{BB962C8B-B14F-4D97-AF65-F5344CB8AC3E}">
        <p14:creationId xmlns:p14="http://schemas.microsoft.com/office/powerpoint/2010/main" val="588293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10379" y="0"/>
            <a:ext cx="11881621" cy="1052623"/>
          </a:xfrm>
        </p:spPr>
        <p:txBody>
          <a:bodyPr/>
          <a:lstStyle/>
          <a:p>
            <a:pPr>
              <a:tabLst>
                <a:tab pos="442913" algn="l"/>
              </a:tabLst>
            </a:pPr>
            <a:r>
              <a:rPr lang="en-GB" sz="2800" spc="-150" dirty="0"/>
              <a:t>3. Current Methodology </a:t>
            </a:r>
            <a:endParaRPr lang="en-US" sz="2800" dirty="0"/>
          </a:p>
        </p:txBody>
      </p:sp>
      <p:sp>
        <p:nvSpPr>
          <p:cNvPr id="4" name="TextBox 3">
            <a:extLst>
              <a:ext uri="{FF2B5EF4-FFF2-40B4-BE49-F238E27FC236}">
                <a16:creationId xmlns:a16="http://schemas.microsoft.com/office/drawing/2014/main" id="{09FD5394-B347-6A7F-091E-268D13450794}"/>
              </a:ext>
            </a:extLst>
          </p:cNvPr>
          <p:cNvSpPr txBox="1"/>
          <p:nvPr/>
        </p:nvSpPr>
        <p:spPr>
          <a:xfrm>
            <a:off x="310380" y="1414531"/>
            <a:ext cx="11881620" cy="6032421"/>
          </a:xfrm>
          <a:prstGeom prst="rect">
            <a:avLst/>
          </a:prstGeom>
          <a:noFill/>
        </p:spPr>
        <p:txBody>
          <a:bodyPr wrap="square" rtlCol="0">
            <a:spAutoFit/>
          </a:bodyPr>
          <a:lstStyle/>
          <a:p>
            <a:r>
              <a:rPr lang="en-US" sz="2400" b="1" dirty="0">
                <a:solidFill>
                  <a:schemeClr val="accent2"/>
                </a:solidFill>
                <a:ea typeface="Verdana" panose="020B0604030504040204" pitchFamily="34" charset="0"/>
              </a:rPr>
              <a:t>All steps</a:t>
            </a:r>
            <a:endParaRPr lang="en-US" sz="1600" b="1" dirty="0">
              <a:solidFill>
                <a:schemeClr val="accent2"/>
              </a:solidFill>
              <a:ea typeface="Verdana" panose="020B0604030504040204" pitchFamily="34" charset="0"/>
            </a:endParaRPr>
          </a:p>
          <a:p>
            <a:endParaRPr lang="en-US" sz="1600" b="1" dirty="0">
              <a:solidFill>
                <a:schemeClr val="accent2"/>
              </a:solidFill>
              <a:ea typeface="Verdana" panose="020B0604030504040204" pitchFamily="34" charset="0"/>
            </a:endParaRPr>
          </a:p>
          <a:p>
            <a:endParaRPr lang="en-US" sz="1600" b="1" dirty="0">
              <a:solidFill>
                <a:schemeClr val="accent2"/>
              </a:solidFill>
              <a:ea typeface="Verdana" panose="020B0604030504040204" pitchFamily="34" charset="0"/>
            </a:endParaRPr>
          </a:p>
          <a:p>
            <a:r>
              <a:rPr lang="en-US" sz="1600" b="1" dirty="0">
                <a:solidFill>
                  <a:schemeClr val="accent2"/>
                </a:solidFill>
                <a:ea typeface="Verdana" panose="020B0604030504040204" pitchFamily="34" charset="0"/>
              </a:rPr>
              <a:t>Preparation</a:t>
            </a:r>
          </a:p>
          <a:p>
            <a:pPr marL="800100" lvl="1" indent="-342900">
              <a:buFont typeface="+mj-lt"/>
              <a:buAutoNum type="arabicPeriod"/>
            </a:pPr>
            <a:r>
              <a:rPr lang="en-US" sz="1400" b="1" dirty="0">
                <a:solidFill>
                  <a:schemeClr val="accent2"/>
                </a:solidFill>
                <a:ea typeface="Verdana" panose="020B0604030504040204" pitchFamily="34" charset="0"/>
              </a:rPr>
              <a:t>Downloading CRS datasets: </a:t>
            </a:r>
            <a:r>
              <a:rPr lang="en-US" sz="1400" dirty="0">
                <a:solidFill>
                  <a:schemeClr val="accent2"/>
                </a:solidFill>
                <a:ea typeface="Verdana" panose="020B0604030504040204" pitchFamily="34" charset="0"/>
              </a:rPr>
              <a:t>1 year, 1 dataset</a:t>
            </a:r>
          </a:p>
          <a:p>
            <a:pPr marL="800100" lvl="1" indent="-342900">
              <a:buFont typeface="+mj-lt"/>
              <a:buAutoNum type="arabicPeriod"/>
            </a:pPr>
            <a:r>
              <a:rPr lang="en-US" sz="1400" b="1" dirty="0">
                <a:solidFill>
                  <a:schemeClr val="accent2"/>
                </a:solidFill>
                <a:ea typeface="Verdana" panose="020B0604030504040204" pitchFamily="34" charset="0"/>
              </a:rPr>
              <a:t>Create project ID: </a:t>
            </a:r>
            <a:r>
              <a:rPr lang="en-US" sz="1400" dirty="0">
                <a:solidFill>
                  <a:schemeClr val="accent2"/>
                </a:solidFill>
                <a:ea typeface="Verdana" panose="020B0604030504040204" pitchFamily="34" charset="0"/>
              </a:rPr>
              <a:t>hashed string based on </a:t>
            </a:r>
            <a:r>
              <a:rPr lang="en-US" sz="1400" dirty="0" err="1">
                <a:solidFill>
                  <a:schemeClr val="accent2"/>
                </a:solidFill>
                <a:ea typeface="Verdana" panose="020B0604030504040204" pitchFamily="34" charset="0"/>
              </a:rPr>
              <a:t>projectnumber</a:t>
            </a:r>
            <a:r>
              <a:rPr lang="en-US" sz="1400" dirty="0">
                <a:solidFill>
                  <a:schemeClr val="accent2"/>
                </a:solidFill>
                <a:ea typeface="Verdana" panose="020B0604030504040204" pitchFamily="34" charset="0"/>
              </a:rPr>
              <a:t>, </a:t>
            </a:r>
            <a:r>
              <a:rPr lang="en-US" sz="1400" dirty="0" err="1">
                <a:solidFill>
                  <a:schemeClr val="accent2"/>
                </a:solidFill>
                <a:ea typeface="Verdana" panose="020B0604030504040204" pitchFamily="34" charset="0"/>
              </a:rPr>
              <a:t>crsid</a:t>
            </a:r>
            <a:r>
              <a:rPr lang="en-US" sz="1400" dirty="0">
                <a:solidFill>
                  <a:schemeClr val="accent2"/>
                </a:solidFill>
                <a:ea typeface="Verdana" panose="020B0604030504040204" pitchFamily="34" charset="0"/>
              </a:rPr>
              <a:t>, year, </a:t>
            </a:r>
            <a:r>
              <a:rPr lang="en-US" sz="1400" dirty="0" err="1">
                <a:solidFill>
                  <a:schemeClr val="accent2"/>
                </a:solidFill>
                <a:ea typeface="Verdana" panose="020B0604030504040204" pitchFamily="34" charset="0"/>
              </a:rPr>
              <a:t>purposecode</a:t>
            </a:r>
            <a:r>
              <a:rPr lang="en-US" sz="1400" dirty="0">
                <a:solidFill>
                  <a:schemeClr val="accent2"/>
                </a:solidFill>
                <a:ea typeface="Verdana" panose="020B0604030504040204" pitchFamily="34" charset="0"/>
              </a:rPr>
              <a:t>, </a:t>
            </a:r>
            <a:r>
              <a:rPr lang="en-US" sz="1400" dirty="0" err="1">
                <a:solidFill>
                  <a:schemeClr val="accent2"/>
                </a:solidFill>
                <a:ea typeface="Verdana" panose="020B0604030504040204" pitchFamily="34" charset="0"/>
              </a:rPr>
              <a:t>usd_disbursement</a:t>
            </a:r>
            <a:r>
              <a:rPr lang="en-US" sz="1400" dirty="0">
                <a:solidFill>
                  <a:schemeClr val="accent2"/>
                </a:solidFill>
                <a:ea typeface="Verdana" panose="020B0604030504040204" pitchFamily="34" charset="0"/>
              </a:rPr>
              <a:t>, </a:t>
            </a:r>
            <a:r>
              <a:rPr lang="en-US" sz="1400" dirty="0" err="1">
                <a:solidFill>
                  <a:schemeClr val="accent2"/>
                </a:solidFill>
                <a:ea typeface="Verdana" panose="020B0604030504040204" pitchFamily="34" charset="0"/>
              </a:rPr>
              <a:t>recipientcode</a:t>
            </a:r>
            <a:r>
              <a:rPr lang="en-US" sz="1400" dirty="0">
                <a:solidFill>
                  <a:schemeClr val="accent2"/>
                </a:solidFill>
                <a:ea typeface="Verdana" panose="020B0604030504040204" pitchFamily="34" charset="0"/>
              </a:rPr>
              <a:t> (</a:t>
            </a:r>
            <a:r>
              <a:rPr lang="en-US" sz="1400" dirty="0" err="1">
                <a:solidFill>
                  <a:schemeClr val="accent2"/>
                </a:solidFill>
                <a:ea typeface="Verdana" panose="020B0604030504040204" pitchFamily="34" charset="0"/>
              </a:rPr>
              <a:t>df_crs_</a:t>
            </a:r>
            <a:r>
              <a:rPr lang="en-US" sz="1400" i="1" dirty="0" err="1">
                <a:solidFill>
                  <a:schemeClr val="accent2"/>
                </a:solidFill>
                <a:ea typeface="Verdana" panose="020B0604030504040204" pitchFamily="34" charset="0"/>
              </a:rPr>
              <a:t>hash</a:t>
            </a:r>
            <a:r>
              <a:rPr lang="en-US" sz="1400" dirty="0">
                <a:solidFill>
                  <a:schemeClr val="accent2"/>
                </a:solidFill>
                <a:ea typeface="Verdana" panose="020B0604030504040204" pitchFamily="34" charset="0"/>
              </a:rPr>
              <a:t>)</a:t>
            </a:r>
          </a:p>
          <a:p>
            <a:endParaRPr lang="en-US" sz="1400" dirty="0">
              <a:solidFill>
                <a:schemeClr val="accent2"/>
              </a:solidFill>
              <a:ea typeface="Verdana" panose="020B0604030504040204" pitchFamily="34" charset="0"/>
            </a:endParaRPr>
          </a:p>
          <a:p>
            <a:r>
              <a:rPr lang="en-US" sz="1600" b="1" dirty="0">
                <a:solidFill>
                  <a:schemeClr val="accent2"/>
                </a:solidFill>
                <a:ea typeface="Verdana" panose="020B0604030504040204" pitchFamily="34" charset="0"/>
              </a:rPr>
              <a:t>A – Title pattern matching </a:t>
            </a:r>
            <a:r>
              <a:rPr lang="en-US" sz="1600" dirty="0">
                <a:solidFill>
                  <a:schemeClr val="accent2"/>
                </a:solidFill>
                <a:ea typeface="Verdana" panose="020B0604030504040204" pitchFamily="34" charset="0"/>
              </a:rPr>
              <a:t>(</a:t>
            </a:r>
            <a:r>
              <a:rPr lang="en-US" sz="1600" dirty="0">
                <a:solidFill>
                  <a:schemeClr val="accent2"/>
                </a:solidFill>
                <a:ea typeface="Verdana" panose="020B0604030504040204" pitchFamily="34" charset="0"/>
                <a:hlinkClick r:id="rId3"/>
              </a:rPr>
              <a:t>see methodology note for more details</a:t>
            </a:r>
            <a:r>
              <a:rPr lang="en-US" sz="1600" dirty="0">
                <a:solidFill>
                  <a:schemeClr val="accent2"/>
                </a:solidFill>
                <a:ea typeface="Verdana" panose="020B0604030504040204" pitchFamily="34" charset="0"/>
              </a:rPr>
              <a:t>)</a:t>
            </a:r>
          </a:p>
          <a:p>
            <a:pPr marL="800100" lvl="1" indent="-342900">
              <a:buFont typeface="+mj-lt"/>
              <a:buAutoNum type="arabicPeriod"/>
            </a:pPr>
            <a:r>
              <a:rPr lang="en-US" sz="1400" b="1" dirty="0">
                <a:solidFill>
                  <a:schemeClr val="accent2"/>
                </a:solidFill>
                <a:ea typeface="Verdana" panose="020B0604030504040204" pitchFamily="34" charset="0"/>
              </a:rPr>
              <a:t>Clean text: </a:t>
            </a:r>
            <a:r>
              <a:rPr lang="en-US" sz="1400" dirty="0">
                <a:solidFill>
                  <a:schemeClr val="accent2"/>
                </a:solidFill>
                <a:ea typeface="Verdana" panose="020B0604030504040204" pitchFamily="34" charset="0"/>
              </a:rPr>
              <a:t>remove punctuation &amp; numbers, lowercase letters in titles, short description, long description </a:t>
            </a:r>
          </a:p>
          <a:p>
            <a:pPr marL="800100" lvl="1" indent="-342900">
              <a:buFont typeface="+mj-lt"/>
              <a:buAutoNum type="arabicPeriod"/>
            </a:pPr>
            <a:r>
              <a:rPr lang="en-US" sz="1400" b="1" dirty="0">
                <a:solidFill>
                  <a:schemeClr val="accent2"/>
                </a:solidFill>
                <a:ea typeface="Verdana" panose="020B0604030504040204" pitchFamily="34" charset="0"/>
              </a:rPr>
              <a:t>Language detection of titles: </a:t>
            </a:r>
            <a:r>
              <a:rPr lang="en-US" sz="1400" dirty="0">
                <a:solidFill>
                  <a:schemeClr val="accent2"/>
                </a:solidFill>
                <a:ea typeface="Verdana" panose="020B0604030504040204" pitchFamily="34" charset="0"/>
              </a:rPr>
              <a:t>uses CLD2 to detect the language of the project title</a:t>
            </a:r>
            <a:endParaRPr lang="en-US" sz="1400" b="1" dirty="0">
              <a:solidFill>
                <a:schemeClr val="accent2"/>
              </a:solidFill>
              <a:ea typeface="Verdana" panose="020B0604030504040204" pitchFamily="34" charset="0"/>
            </a:endParaRPr>
          </a:p>
          <a:p>
            <a:pPr marL="800100" lvl="1" indent="-342900">
              <a:buFont typeface="+mj-lt"/>
              <a:buAutoNum type="arabicPeriod"/>
            </a:pPr>
            <a:r>
              <a:rPr lang="en-US" sz="1400" b="1" dirty="0">
                <a:solidFill>
                  <a:schemeClr val="accent2"/>
                </a:solidFill>
                <a:ea typeface="Verdana" panose="020B0604030504040204" pitchFamily="34" charset="0"/>
              </a:rPr>
              <a:t>Detecting keywords in titles: </a:t>
            </a:r>
            <a:r>
              <a:rPr lang="en-US" sz="1400" dirty="0">
                <a:solidFill>
                  <a:schemeClr val="accent2"/>
                </a:solidFill>
                <a:ea typeface="Verdana" panose="020B0604030504040204" pitchFamily="34" charset="0"/>
              </a:rPr>
              <a:t>keyword matching for statistics &amp; gender from keyword lists (see next slide)</a:t>
            </a:r>
          </a:p>
          <a:p>
            <a:pPr marL="800100" lvl="1" indent="-342900">
              <a:buFont typeface="+mj-lt"/>
              <a:buAutoNum type="arabicPeriod"/>
            </a:pPr>
            <a:r>
              <a:rPr lang="en-US" sz="1400" b="1" dirty="0">
                <a:solidFill>
                  <a:schemeClr val="accent2"/>
                </a:solidFill>
                <a:ea typeface="Verdana" panose="020B0604030504040204" pitchFamily="34" charset="0"/>
              </a:rPr>
              <a:t>Marking projects with purpose code: </a:t>
            </a:r>
            <a:r>
              <a:rPr lang="en-US" sz="1400" dirty="0">
                <a:solidFill>
                  <a:schemeClr val="accent2"/>
                </a:solidFill>
                <a:ea typeface="Verdana" panose="020B0604030504040204" pitchFamily="34" charset="0"/>
              </a:rPr>
              <a:t>16062 – Statistical capacity building, 15250 - Removal of land mines, 15170-15180 – Gender purpose codes</a:t>
            </a:r>
          </a:p>
          <a:p>
            <a:pPr marL="800100" lvl="1" indent="-342900">
              <a:buFont typeface="+mj-lt"/>
              <a:buAutoNum type="arabicPeriod"/>
            </a:pPr>
            <a:r>
              <a:rPr lang="en-US" sz="1400" b="1" dirty="0">
                <a:solidFill>
                  <a:schemeClr val="accent2"/>
                </a:solidFill>
                <a:ea typeface="Verdana" panose="020B0604030504040204" pitchFamily="34" charset="0"/>
              </a:rPr>
              <a:t>Final marker: </a:t>
            </a:r>
            <a:r>
              <a:rPr lang="en-US" sz="1400" dirty="0">
                <a:solidFill>
                  <a:schemeClr val="accent2"/>
                </a:solidFill>
                <a:ea typeface="Verdana" panose="020B0604030504040204" pitchFamily="34" charset="0"/>
              </a:rPr>
              <a:t>(statistics keyword match </a:t>
            </a:r>
            <a:r>
              <a:rPr lang="en-US" sz="1400" b="1" dirty="0">
                <a:solidFill>
                  <a:schemeClr val="accent2"/>
                </a:solidFill>
                <a:ea typeface="Verdana" panose="020B0604030504040204" pitchFamily="34" charset="0"/>
              </a:rPr>
              <a:t>or </a:t>
            </a:r>
            <a:r>
              <a:rPr lang="en-US" sz="1400" dirty="0">
                <a:solidFill>
                  <a:schemeClr val="accent2"/>
                </a:solidFill>
                <a:ea typeface="Verdana" panose="020B0604030504040204" pitchFamily="34" charset="0"/>
              </a:rPr>
              <a:t>stat purpose code) </a:t>
            </a:r>
            <a:r>
              <a:rPr lang="en-US" sz="1400" b="1" dirty="0">
                <a:solidFill>
                  <a:schemeClr val="accent2"/>
                </a:solidFill>
                <a:ea typeface="Verdana" panose="020B0604030504040204" pitchFamily="34" charset="0"/>
              </a:rPr>
              <a:t>&amp;</a:t>
            </a:r>
            <a:r>
              <a:rPr lang="en-US" sz="1400" dirty="0">
                <a:solidFill>
                  <a:schemeClr val="accent2"/>
                </a:solidFill>
                <a:ea typeface="Verdana" panose="020B0604030504040204" pitchFamily="34" charset="0"/>
              </a:rPr>
              <a:t> (</a:t>
            </a:r>
            <a:r>
              <a:rPr lang="en-US" sz="1400" b="1" dirty="0">
                <a:solidFill>
                  <a:schemeClr val="accent2"/>
                </a:solidFill>
                <a:ea typeface="Verdana" panose="020B0604030504040204" pitchFamily="34" charset="0"/>
              </a:rPr>
              <a:t>not </a:t>
            </a:r>
            <a:r>
              <a:rPr lang="en-US" sz="1400" dirty="0">
                <a:solidFill>
                  <a:schemeClr val="accent2"/>
                </a:solidFill>
                <a:ea typeface="Verdana" panose="020B0604030504040204" pitchFamily="34" charset="0"/>
              </a:rPr>
              <a:t>mining title </a:t>
            </a:r>
            <a:r>
              <a:rPr lang="en-US" sz="1400" b="1" dirty="0">
                <a:solidFill>
                  <a:schemeClr val="accent2"/>
                </a:solidFill>
                <a:ea typeface="Verdana" panose="020B0604030504040204" pitchFamily="34" charset="0"/>
              </a:rPr>
              <a:t>&amp; not </a:t>
            </a:r>
            <a:r>
              <a:rPr lang="en-US" sz="1400" dirty="0">
                <a:solidFill>
                  <a:schemeClr val="accent2"/>
                </a:solidFill>
                <a:ea typeface="Verdana" panose="020B0604030504040204" pitchFamily="34" charset="0"/>
              </a:rPr>
              <a:t>mining purpose code) (similar for gender)</a:t>
            </a:r>
            <a:endParaRPr lang="en-US" sz="1400" b="1" dirty="0">
              <a:solidFill>
                <a:schemeClr val="accent2"/>
              </a:solidFill>
              <a:ea typeface="Verdana" panose="020B0604030504040204" pitchFamily="34" charset="0"/>
            </a:endParaRPr>
          </a:p>
          <a:p>
            <a:pPr lvl="1"/>
            <a:endParaRPr lang="en-US" sz="1400" b="1" dirty="0">
              <a:solidFill>
                <a:schemeClr val="accent2"/>
              </a:solidFill>
              <a:ea typeface="Verdana" panose="020B0604030504040204" pitchFamily="34" charset="0"/>
            </a:endParaRPr>
          </a:p>
          <a:p>
            <a:r>
              <a:rPr lang="en-US" sz="1600" b="1" dirty="0">
                <a:solidFill>
                  <a:schemeClr val="accent2"/>
                </a:solidFill>
                <a:ea typeface="Verdana" panose="020B0604030504040204" pitchFamily="34" charset="0"/>
              </a:rPr>
              <a:t>B – Text mining </a:t>
            </a:r>
          </a:p>
          <a:p>
            <a:r>
              <a:rPr lang="en-US" sz="1600" b="1" dirty="0">
                <a:solidFill>
                  <a:schemeClr val="accent2"/>
                </a:solidFill>
                <a:ea typeface="Verdana" panose="020B0604030504040204" pitchFamily="34" charset="0"/>
              </a:rPr>
              <a:t>         </a:t>
            </a:r>
            <a:r>
              <a:rPr lang="en-US" sz="1600" i="1" dirty="0">
                <a:solidFill>
                  <a:schemeClr val="accent2"/>
                </a:solidFill>
                <a:ea typeface="Verdana" panose="020B0604030504040204" pitchFamily="34" charset="0"/>
              </a:rPr>
              <a:t>idea: more projects have statistics component beyond A -&gt; identification through long description</a:t>
            </a:r>
            <a:endParaRPr lang="en-US" sz="1600" b="1" i="1" dirty="0">
              <a:solidFill>
                <a:schemeClr val="accent2"/>
              </a:solidFill>
              <a:ea typeface="Verdana" panose="020B0604030504040204" pitchFamily="34" charset="0"/>
            </a:endParaRPr>
          </a:p>
          <a:p>
            <a:pPr marL="800100" lvl="1" indent="-342900">
              <a:buFont typeface="+mj-lt"/>
              <a:buAutoNum type="arabicPeriod"/>
            </a:pPr>
            <a:r>
              <a:rPr lang="en-US" sz="1400" b="1" dirty="0">
                <a:solidFill>
                  <a:schemeClr val="accent2"/>
                </a:solidFill>
                <a:ea typeface="Verdana" panose="020B0604030504040204" pitchFamily="34" charset="0"/>
              </a:rPr>
              <a:t>Identify long descriptions for text mining: </a:t>
            </a:r>
            <a:r>
              <a:rPr lang="en-US" sz="1400" dirty="0">
                <a:solidFill>
                  <a:schemeClr val="accent2"/>
                </a:solidFill>
                <a:ea typeface="Verdana" panose="020B0604030504040204" pitchFamily="34" charset="0"/>
              </a:rPr>
              <a:t>use long description only if it’s different from title and short description</a:t>
            </a:r>
            <a:endParaRPr lang="en-US" sz="1400" b="1" dirty="0">
              <a:solidFill>
                <a:schemeClr val="accent2"/>
              </a:solidFill>
              <a:ea typeface="Verdana" panose="020B0604030504040204" pitchFamily="34" charset="0"/>
            </a:endParaRPr>
          </a:p>
          <a:p>
            <a:pPr marL="800100" lvl="1" indent="-342900">
              <a:buFont typeface="+mj-lt"/>
              <a:buAutoNum type="arabicPeriod"/>
            </a:pPr>
            <a:r>
              <a:rPr lang="en-US" sz="1400" b="1" dirty="0">
                <a:solidFill>
                  <a:schemeClr val="accent2"/>
                </a:solidFill>
                <a:ea typeface="Verdana" panose="020B0604030504040204" pitchFamily="34" charset="0"/>
              </a:rPr>
              <a:t>Calculation of odds ratio for every term in statistical project’s long description compared to non-statistical project (no stat marker)</a:t>
            </a:r>
          </a:p>
          <a:p>
            <a:pPr marL="800100" lvl="1" indent="-342900">
              <a:buFont typeface="+mj-lt"/>
              <a:buAutoNum type="arabicPeriod"/>
            </a:pPr>
            <a:r>
              <a:rPr lang="en-US" sz="1400" b="1" dirty="0">
                <a:solidFill>
                  <a:schemeClr val="accent2"/>
                </a:solidFill>
                <a:ea typeface="Verdana" panose="020B0604030504040204" pitchFamily="34" charset="0"/>
              </a:rPr>
              <a:t>Using odds ratio to filter projects without statistics purpose code and statistics title </a:t>
            </a:r>
          </a:p>
          <a:p>
            <a:pPr marL="800100" lvl="1" indent="-342900">
              <a:buFont typeface="+mj-lt"/>
              <a:buAutoNum type="arabicPeriod"/>
            </a:pPr>
            <a:endParaRPr lang="en-US" sz="1600" b="1" dirty="0">
              <a:solidFill>
                <a:schemeClr val="accent2"/>
              </a:solidFill>
              <a:ea typeface="Verdana" panose="020B0604030504040204" pitchFamily="34" charset="0"/>
            </a:endParaRPr>
          </a:p>
          <a:p>
            <a:pPr marL="800100" lvl="1" indent="-342900">
              <a:buFont typeface="+mj-lt"/>
              <a:buAutoNum type="arabicPeriod"/>
            </a:pPr>
            <a:endParaRPr lang="en-US" sz="1600" b="1" dirty="0">
              <a:solidFill>
                <a:schemeClr val="accent2"/>
              </a:solidFill>
              <a:ea typeface="Verdana" panose="020B0604030504040204" pitchFamily="34" charset="0"/>
            </a:endParaRPr>
          </a:p>
          <a:p>
            <a:pPr marL="800100" lvl="1" indent="-342900">
              <a:buFont typeface="+mj-lt"/>
              <a:buAutoNum type="arabicPeriod"/>
            </a:pPr>
            <a:endParaRPr lang="en-US" sz="1600" b="1" dirty="0">
              <a:solidFill>
                <a:schemeClr val="accent2"/>
              </a:solidFill>
              <a:ea typeface="Verdana" panose="020B0604030504040204" pitchFamily="34" charset="0"/>
            </a:endParaRPr>
          </a:p>
          <a:p>
            <a:pPr marL="800100" lvl="1" indent="-342900">
              <a:buFont typeface="+mj-lt"/>
              <a:buAutoNum type="arabicPeriod"/>
            </a:pPr>
            <a:endParaRPr lang="en-US" sz="1600" b="1" dirty="0">
              <a:solidFill>
                <a:schemeClr val="accent2"/>
              </a:solidFill>
              <a:ea typeface="Verdana" panose="020B0604030504040204" pitchFamily="34" charset="0"/>
            </a:endParaRPr>
          </a:p>
          <a:p>
            <a:endParaRPr lang="en-US" b="1" dirty="0">
              <a:solidFill>
                <a:schemeClr val="accent2"/>
              </a:solidFill>
              <a:ea typeface="Verdana" panose="020B0604030504040204" pitchFamily="34" charset="0"/>
            </a:endParaRPr>
          </a:p>
          <a:p>
            <a:endParaRPr lang="en-US" sz="1600" b="1" dirty="0">
              <a:solidFill>
                <a:schemeClr val="accent2"/>
              </a:solidFill>
              <a:ea typeface="Verdana" panose="020B0604030504040204" pitchFamily="34" charset="0"/>
            </a:endParaRPr>
          </a:p>
        </p:txBody>
      </p:sp>
    </p:spTree>
    <p:extLst>
      <p:ext uri="{BB962C8B-B14F-4D97-AF65-F5344CB8AC3E}">
        <p14:creationId xmlns:p14="http://schemas.microsoft.com/office/powerpoint/2010/main" val="2613744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83074-83EC-4A09-E76F-B87C45AFF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C00C55-2302-FE6C-61F8-1CFD9A3F0B6C}"/>
              </a:ext>
            </a:extLst>
          </p:cNvPr>
          <p:cNvSpPr>
            <a:spLocks noGrp="1"/>
          </p:cNvSpPr>
          <p:nvPr>
            <p:ph type="title"/>
          </p:nvPr>
        </p:nvSpPr>
        <p:spPr>
          <a:xfrm>
            <a:off x="602275" y="0"/>
            <a:ext cx="10190923" cy="1052623"/>
          </a:xfrm>
        </p:spPr>
        <p:txBody>
          <a:bodyPr/>
          <a:lstStyle/>
          <a:p>
            <a:r>
              <a:rPr lang="en-US" sz="2800" dirty="0"/>
              <a:t>3. Current Methodology</a:t>
            </a:r>
          </a:p>
        </p:txBody>
      </p:sp>
      <p:sp>
        <p:nvSpPr>
          <p:cNvPr id="6" name="Text Placeholder 5">
            <a:extLst>
              <a:ext uri="{FF2B5EF4-FFF2-40B4-BE49-F238E27FC236}">
                <a16:creationId xmlns:a16="http://schemas.microsoft.com/office/drawing/2014/main" id="{68965CE7-4DAB-9142-0B58-D73E21C7DA9D}"/>
              </a:ext>
            </a:extLst>
          </p:cNvPr>
          <p:cNvSpPr txBox="1">
            <a:spLocks/>
          </p:cNvSpPr>
          <p:nvPr/>
        </p:nvSpPr>
        <p:spPr>
          <a:xfrm>
            <a:off x="876042" y="2424080"/>
            <a:ext cx="2449373" cy="425650"/>
          </a:xfrm>
          <a:prstGeom prst="rect">
            <a:avLst/>
          </a:prstGeom>
        </p:spPr>
        <p:txBody>
          <a:bodyPr lIns="91440" tIns="45720" rIns="91440" bIns="45720" anchor="t" anchorCtr="0">
            <a:normAutofit/>
          </a:bodyPr>
          <a:lstStyle>
            <a:defPPr>
              <a:defRPr lang="en-US"/>
            </a:defPPr>
            <a:lvl1pPr marL="304792" indent="-304792" algn="l" defTabSz="1219170" rtl="0" eaLnBrk="1" latinLnBrk="0" hangingPunct="1">
              <a:lnSpc>
                <a:spcPct val="90000"/>
              </a:lnSpc>
              <a:spcBef>
                <a:spcPts val="1333"/>
              </a:spcBef>
              <a:buFont typeface="Arial" panose="020B0604020202020204" pitchFamily="34" charset="0"/>
              <a:buChar char="•"/>
              <a:defRPr sz="1800" kern="1200">
                <a:solidFill>
                  <a:schemeClr val="accent2"/>
                </a:solidFill>
                <a:latin typeface="Verdana" panose="020B0604030504040204" pitchFamily="34" charset="0"/>
                <a:ea typeface="Verdana" panose="020B0604030504040204" pitchFamily="34" charset="0"/>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buFont typeface="Arial" panose="020B0604020202020204" pitchFamily="34" charset="0"/>
              <a:buNone/>
            </a:pPr>
            <a:endParaRPr lang="en-US" sz="2000" dirty="0">
              <a:latin typeface="+mj-lt"/>
              <a:ea typeface="Verdana"/>
            </a:endParaRPr>
          </a:p>
        </p:txBody>
      </p:sp>
      <p:pic>
        <p:nvPicPr>
          <p:cNvPr id="11" name="Picture 10">
            <a:extLst>
              <a:ext uri="{FF2B5EF4-FFF2-40B4-BE49-F238E27FC236}">
                <a16:creationId xmlns:a16="http://schemas.microsoft.com/office/drawing/2014/main" id="{BA256BE1-B173-FC98-F224-5FF2C7FFCA26}"/>
              </a:ext>
            </a:extLst>
          </p:cNvPr>
          <p:cNvPicPr>
            <a:picLocks noChangeAspect="1"/>
          </p:cNvPicPr>
          <p:nvPr/>
        </p:nvPicPr>
        <p:blipFill>
          <a:blip r:embed="rId2"/>
          <a:stretch>
            <a:fillRect/>
          </a:stretch>
        </p:blipFill>
        <p:spPr>
          <a:xfrm>
            <a:off x="3038156" y="1867259"/>
            <a:ext cx="1881058" cy="4433920"/>
          </a:xfrm>
          <a:prstGeom prst="rect">
            <a:avLst/>
          </a:prstGeom>
        </p:spPr>
      </p:pic>
      <p:sp>
        <p:nvSpPr>
          <p:cNvPr id="12" name="TextBox 15">
            <a:extLst>
              <a:ext uri="{FF2B5EF4-FFF2-40B4-BE49-F238E27FC236}">
                <a16:creationId xmlns:a16="http://schemas.microsoft.com/office/drawing/2014/main" id="{A119ADBE-861F-CD20-5F79-6F56FAE0205B}"/>
              </a:ext>
            </a:extLst>
          </p:cNvPr>
          <p:cNvSpPr txBox="1"/>
          <p:nvPr/>
        </p:nvSpPr>
        <p:spPr>
          <a:xfrm>
            <a:off x="694879" y="1155803"/>
            <a:ext cx="211209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400" dirty="0"/>
              <a:t>Keywords</a:t>
            </a:r>
            <a:endParaRPr lang="en-DE" sz="2400" dirty="0"/>
          </a:p>
        </p:txBody>
      </p:sp>
      <p:sp>
        <p:nvSpPr>
          <p:cNvPr id="7" name="TextBox 15">
            <a:extLst>
              <a:ext uri="{FF2B5EF4-FFF2-40B4-BE49-F238E27FC236}">
                <a16:creationId xmlns:a16="http://schemas.microsoft.com/office/drawing/2014/main" id="{BC9460BC-4021-D230-0711-41FA759980C3}"/>
              </a:ext>
            </a:extLst>
          </p:cNvPr>
          <p:cNvSpPr txBox="1"/>
          <p:nvPr/>
        </p:nvSpPr>
        <p:spPr>
          <a:xfrm>
            <a:off x="302290" y="1981680"/>
            <a:ext cx="1952736"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statistics</a:t>
            </a:r>
          </a:p>
        </p:txBody>
      </p:sp>
      <p:sp>
        <p:nvSpPr>
          <p:cNvPr id="13" name="TextBox 15">
            <a:extLst>
              <a:ext uri="{FF2B5EF4-FFF2-40B4-BE49-F238E27FC236}">
                <a16:creationId xmlns:a16="http://schemas.microsoft.com/office/drawing/2014/main" id="{9AB80F8E-A92C-A604-98C2-1B80C652EF0D}"/>
              </a:ext>
            </a:extLst>
          </p:cNvPr>
          <p:cNvSpPr txBox="1"/>
          <p:nvPr/>
        </p:nvSpPr>
        <p:spPr>
          <a:xfrm>
            <a:off x="412786" y="2274838"/>
            <a:ext cx="2305497" cy="224676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Tx/>
              <a:buChar char="-"/>
            </a:pPr>
            <a:r>
              <a:rPr lang="en-GB" sz="1400" dirty="0">
                <a:solidFill>
                  <a:schemeClr val="accent4">
                    <a:lumMod val="25000"/>
                  </a:schemeClr>
                </a:solidFill>
              </a:rPr>
              <a:t>4 languages (</a:t>
            </a:r>
            <a:r>
              <a:rPr lang="en-GB" sz="1400" dirty="0" err="1">
                <a:solidFill>
                  <a:schemeClr val="accent4">
                    <a:lumMod val="25000"/>
                  </a:schemeClr>
                </a:solidFill>
              </a:rPr>
              <a:t>en</a:t>
            </a:r>
            <a:r>
              <a:rPr lang="en-GB" sz="1400" dirty="0">
                <a:solidFill>
                  <a:schemeClr val="accent4">
                    <a:lumMod val="25000"/>
                  </a:schemeClr>
                </a:solidFill>
              </a:rPr>
              <a:t>, </a:t>
            </a:r>
            <a:r>
              <a:rPr lang="en-GB" sz="1400" dirty="0" err="1">
                <a:solidFill>
                  <a:schemeClr val="accent4">
                    <a:lumMod val="25000"/>
                  </a:schemeClr>
                </a:solidFill>
              </a:rPr>
              <a:t>fr</a:t>
            </a:r>
            <a:r>
              <a:rPr lang="en-GB" sz="1400" dirty="0">
                <a:solidFill>
                  <a:schemeClr val="accent4">
                    <a:lumMod val="25000"/>
                  </a:schemeClr>
                </a:solidFill>
              </a:rPr>
              <a:t>, es, de)</a:t>
            </a:r>
          </a:p>
          <a:p>
            <a:pPr marL="285750" indent="-285750">
              <a:buFontTx/>
              <a:buChar char="-"/>
            </a:pPr>
            <a:r>
              <a:rPr lang="en-GB" sz="1400" dirty="0">
                <a:solidFill>
                  <a:schemeClr val="accent4">
                    <a:lumMod val="25000"/>
                  </a:schemeClr>
                </a:solidFill>
              </a:rPr>
              <a:t>1 list for </a:t>
            </a:r>
            <a:r>
              <a:rPr lang="en-GB" sz="1400" dirty="0">
                <a:solidFill>
                  <a:schemeClr val="accent4">
                    <a:lumMod val="25000"/>
                  </a:schemeClr>
                </a:solidFill>
                <a:hlinkClick r:id="rId3"/>
              </a:rPr>
              <a:t>keywords</a:t>
            </a:r>
            <a:r>
              <a:rPr lang="en-GB" sz="1400" dirty="0">
                <a:solidFill>
                  <a:schemeClr val="accent4">
                    <a:lumMod val="25000"/>
                  </a:schemeClr>
                </a:solidFill>
              </a:rPr>
              <a:t>,          1 list for </a:t>
            </a:r>
            <a:r>
              <a:rPr lang="en-GB" sz="1400" dirty="0">
                <a:solidFill>
                  <a:schemeClr val="accent4">
                    <a:lumMod val="25000"/>
                  </a:schemeClr>
                </a:solidFill>
                <a:hlinkClick r:id="rId4"/>
              </a:rPr>
              <a:t>acronyms</a:t>
            </a:r>
            <a:r>
              <a:rPr lang="en-GB" sz="1400" dirty="0">
                <a:solidFill>
                  <a:schemeClr val="accent4">
                    <a:lumMod val="25000"/>
                  </a:schemeClr>
                </a:solidFill>
              </a:rPr>
              <a:t>, 	      1 </a:t>
            </a:r>
            <a:r>
              <a:rPr lang="en-GB" sz="1400" dirty="0">
                <a:solidFill>
                  <a:schemeClr val="accent4">
                    <a:lumMod val="25000"/>
                  </a:schemeClr>
                </a:solidFill>
                <a:hlinkClick r:id="rId5"/>
              </a:rPr>
              <a:t>blacklist</a:t>
            </a:r>
            <a:r>
              <a:rPr lang="en-GB" sz="1400" dirty="0">
                <a:solidFill>
                  <a:schemeClr val="accent4">
                    <a:lumMod val="25000"/>
                  </a:schemeClr>
                </a:solidFill>
              </a:rPr>
              <a:t> (mining projects to be excluded, frequently include “survey”)</a:t>
            </a:r>
          </a:p>
          <a:p>
            <a:endParaRPr lang="en-GB" sz="1400" dirty="0">
              <a:solidFill>
                <a:schemeClr val="accent4">
                  <a:lumMod val="25000"/>
                </a:schemeClr>
              </a:solidFill>
            </a:endParaRPr>
          </a:p>
          <a:p>
            <a:pPr marL="285750" indent="-285750">
              <a:buFontTx/>
              <a:buChar char="-"/>
            </a:pPr>
            <a:endParaRPr lang="en-GB" sz="1400" dirty="0">
              <a:solidFill>
                <a:schemeClr val="accent4">
                  <a:lumMod val="25000"/>
                </a:schemeClr>
              </a:solidFill>
            </a:endParaRPr>
          </a:p>
        </p:txBody>
      </p:sp>
      <p:pic>
        <p:nvPicPr>
          <p:cNvPr id="15" name="Picture 14">
            <a:extLst>
              <a:ext uri="{FF2B5EF4-FFF2-40B4-BE49-F238E27FC236}">
                <a16:creationId xmlns:a16="http://schemas.microsoft.com/office/drawing/2014/main" id="{8AE3B74C-13A9-2C6D-A59D-A12ADE34F4C0}"/>
              </a:ext>
            </a:extLst>
          </p:cNvPr>
          <p:cNvPicPr>
            <a:picLocks noChangeAspect="1"/>
          </p:cNvPicPr>
          <p:nvPr/>
        </p:nvPicPr>
        <p:blipFill>
          <a:blip r:embed="rId6"/>
          <a:stretch>
            <a:fillRect/>
          </a:stretch>
        </p:blipFill>
        <p:spPr>
          <a:xfrm>
            <a:off x="5055967" y="1867259"/>
            <a:ext cx="1803020" cy="4433920"/>
          </a:xfrm>
          <a:prstGeom prst="rect">
            <a:avLst/>
          </a:prstGeom>
        </p:spPr>
      </p:pic>
      <p:sp>
        <p:nvSpPr>
          <p:cNvPr id="16" name="TextBox 15">
            <a:extLst>
              <a:ext uri="{FF2B5EF4-FFF2-40B4-BE49-F238E27FC236}">
                <a16:creationId xmlns:a16="http://schemas.microsoft.com/office/drawing/2014/main" id="{C3437FF4-027E-9878-CFB0-5F8E19ADC527}"/>
              </a:ext>
            </a:extLst>
          </p:cNvPr>
          <p:cNvSpPr txBox="1"/>
          <p:nvPr/>
        </p:nvSpPr>
        <p:spPr>
          <a:xfrm>
            <a:off x="3280860" y="1512943"/>
            <a:ext cx="195273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dirty="0"/>
              <a:t>keywords stat</a:t>
            </a:r>
          </a:p>
        </p:txBody>
      </p:sp>
      <p:sp>
        <p:nvSpPr>
          <p:cNvPr id="17" name="TextBox 16">
            <a:extLst>
              <a:ext uri="{FF2B5EF4-FFF2-40B4-BE49-F238E27FC236}">
                <a16:creationId xmlns:a16="http://schemas.microsoft.com/office/drawing/2014/main" id="{60A641C6-5131-5A59-AB5B-1E93782F75F0}"/>
              </a:ext>
            </a:extLst>
          </p:cNvPr>
          <p:cNvSpPr txBox="1"/>
          <p:nvPr/>
        </p:nvSpPr>
        <p:spPr>
          <a:xfrm>
            <a:off x="5233596" y="1497181"/>
            <a:ext cx="195273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dirty="0"/>
              <a:t>acronyms stat</a:t>
            </a:r>
          </a:p>
        </p:txBody>
      </p:sp>
      <p:pic>
        <p:nvPicPr>
          <p:cNvPr id="23" name="Picture 22">
            <a:extLst>
              <a:ext uri="{FF2B5EF4-FFF2-40B4-BE49-F238E27FC236}">
                <a16:creationId xmlns:a16="http://schemas.microsoft.com/office/drawing/2014/main" id="{28186C7D-6E41-0AE0-4D3C-E1266701A111}"/>
              </a:ext>
            </a:extLst>
          </p:cNvPr>
          <p:cNvPicPr>
            <a:picLocks noChangeAspect="1"/>
          </p:cNvPicPr>
          <p:nvPr/>
        </p:nvPicPr>
        <p:blipFill>
          <a:blip r:embed="rId7"/>
          <a:stretch>
            <a:fillRect/>
          </a:stretch>
        </p:blipFill>
        <p:spPr>
          <a:xfrm>
            <a:off x="6995740" y="1867259"/>
            <a:ext cx="1515677" cy="4433920"/>
          </a:xfrm>
          <a:prstGeom prst="rect">
            <a:avLst/>
          </a:prstGeom>
        </p:spPr>
      </p:pic>
      <p:sp>
        <p:nvSpPr>
          <p:cNvPr id="24" name="TextBox 23">
            <a:extLst>
              <a:ext uri="{FF2B5EF4-FFF2-40B4-BE49-F238E27FC236}">
                <a16:creationId xmlns:a16="http://schemas.microsoft.com/office/drawing/2014/main" id="{50E77EA3-A11D-CD59-3A03-883136A94213}"/>
              </a:ext>
            </a:extLst>
          </p:cNvPr>
          <p:cNvSpPr txBox="1"/>
          <p:nvPr/>
        </p:nvSpPr>
        <p:spPr>
          <a:xfrm>
            <a:off x="7115258" y="1495534"/>
            <a:ext cx="195273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dirty="0"/>
              <a:t>blacklist stat</a:t>
            </a:r>
          </a:p>
        </p:txBody>
      </p:sp>
      <p:sp>
        <p:nvSpPr>
          <p:cNvPr id="25" name="TextBox 15">
            <a:extLst>
              <a:ext uri="{FF2B5EF4-FFF2-40B4-BE49-F238E27FC236}">
                <a16:creationId xmlns:a16="http://schemas.microsoft.com/office/drawing/2014/main" id="{1825032E-77BB-BD5D-5456-4EDF6B26EF75}"/>
              </a:ext>
            </a:extLst>
          </p:cNvPr>
          <p:cNvSpPr txBox="1"/>
          <p:nvPr/>
        </p:nvSpPr>
        <p:spPr>
          <a:xfrm>
            <a:off x="342117" y="4322323"/>
            <a:ext cx="1952736"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gender </a:t>
            </a:r>
          </a:p>
        </p:txBody>
      </p:sp>
      <p:sp>
        <p:nvSpPr>
          <p:cNvPr id="26" name="TextBox 15">
            <a:extLst>
              <a:ext uri="{FF2B5EF4-FFF2-40B4-BE49-F238E27FC236}">
                <a16:creationId xmlns:a16="http://schemas.microsoft.com/office/drawing/2014/main" id="{F3A72FB2-9794-D71D-2825-7A2AAF58560F}"/>
              </a:ext>
            </a:extLst>
          </p:cNvPr>
          <p:cNvSpPr txBox="1"/>
          <p:nvPr/>
        </p:nvSpPr>
        <p:spPr>
          <a:xfrm>
            <a:off x="412786" y="4679835"/>
            <a:ext cx="2305497" cy="138499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Tx/>
              <a:buChar char="-"/>
            </a:pPr>
            <a:r>
              <a:rPr lang="en-GB" sz="1400" dirty="0">
                <a:solidFill>
                  <a:schemeClr val="accent4">
                    <a:lumMod val="25000"/>
                  </a:schemeClr>
                </a:solidFill>
              </a:rPr>
              <a:t>4 languages (</a:t>
            </a:r>
            <a:r>
              <a:rPr lang="en-GB" sz="1400" dirty="0" err="1">
                <a:solidFill>
                  <a:schemeClr val="accent4">
                    <a:lumMod val="25000"/>
                  </a:schemeClr>
                </a:solidFill>
              </a:rPr>
              <a:t>en</a:t>
            </a:r>
            <a:r>
              <a:rPr lang="en-GB" sz="1400" dirty="0">
                <a:solidFill>
                  <a:schemeClr val="accent4">
                    <a:lumMod val="25000"/>
                  </a:schemeClr>
                </a:solidFill>
              </a:rPr>
              <a:t>, </a:t>
            </a:r>
            <a:r>
              <a:rPr lang="en-GB" sz="1400" dirty="0" err="1">
                <a:solidFill>
                  <a:schemeClr val="accent4">
                    <a:lumMod val="25000"/>
                  </a:schemeClr>
                </a:solidFill>
              </a:rPr>
              <a:t>fr</a:t>
            </a:r>
            <a:r>
              <a:rPr lang="en-GB" sz="1400" dirty="0">
                <a:solidFill>
                  <a:schemeClr val="accent4">
                    <a:lumMod val="25000"/>
                  </a:schemeClr>
                </a:solidFill>
              </a:rPr>
              <a:t>, es, de)</a:t>
            </a:r>
          </a:p>
          <a:p>
            <a:pPr marL="285750" indent="-285750">
              <a:buFontTx/>
              <a:buChar char="-"/>
            </a:pPr>
            <a:r>
              <a:rPr lang="en-GB" sz="1400" dirty="0">
                <a:solidFill>
                  <a:schemeClr val="accent4">
                    <a:lumMod val="25000"/>
                  </a:schemeClr>
                </a:solidFill>
              </a:rPr>
              <a:t>1 list for </a:t>
            </a:r>
            <a:r>
              <a:rPr lang="en-GB" sz="1400" dirty="0">
                <a:solidFill>
                  <a:schemeClr val="accent4">
                    <a:lumMod val="25000"/>
                  </a:schemeClr>
                </a:solidFill>
                <a:hlinkClick r:id="rId8"/>
              </a:rPr>
              <a:t>keywords</a:t>
            </a:r>
            <a:r>
              <a:rPr lang="en-GB" sz="1400" dirty="0">
                <a:solidFill>
                  <a:schemeClr val="accent4">
                    <a:lumMod val="25000"/>
                  </a:schemeClr>
                </a:solidFill>
              </a:rPr>
              <a:t>,          1 list for </a:t>
            </a:r>
            <a:r>
              <a:rPr lang="en-GB" sz="1400" dirty="0">
                <a:solidFill>
                  <a:schemeClr val="accent4">
                    <a:lumMod val="25000"/>
                  </a:schemeClr>
                </a:solidFill>
                <a:hlinkClick r:id="rId9"/>
              </a:rPr>
              <a:t>acronyms</a:t>
            </a:r>
            <a:r>
              <a:rPr lang="en-GB" sz="1400" dirty="0">
                <a:solidFill>
                  <a:schemeClr val="accent4">
                    <a:lumMod val="25000"/>
                  </a:schemeClr>
                </a:solidFill>
              </a:rPr>
              <a:t>,        no blacklist</a:t>
            </a:r>
          </a:p>
          <a:p>
            <a:pPr marL="285750" indent="-285750">
              <a:buFontTx/>
              <a:buChar char="-"/>
            </a:pPr>
            <a:endParaRPr lang="en-GB" sz="1400" dirty="0">
              <a:solidFill>
                <a:schemeClr val="accent4">
                  <a:lumMod val="25000"/>
                </a:schemeClr>
              </a:solidFill>
            </a:endParaRPr>
          </a:p>
        </p:txBody>
      </p:sp>
      <p:pic>
        <p:nvPicPr>
          <p:cNvPr id="28" name="Picture 27">
            <a:extLst>
              <a:ext uri="{FF2B5EF4-FFF2-40B4-BE49-F238E27FC236}">
                <a16:creationId xmlns:a16="http://schemas.microsoft.com/office/drawing/2014/main" id="{B4AC8A14-9A47-E469-451C-7F74C07C2AB7}"/>
              </a:ext>
            </a:extLst>
          </p:cNvPr>
          <p:cNvPicPr>
            <a:picLocks noChangeAspect="1"/>
          </p:cNvPicPr>
          <p:nvPr/>
        </p:nvPicPr>
        <p:blipFill>
          <a:blip r:embed="rId10"/>
          <a:stretch>
            <a:fillRect/>
          </a:stretch>
        </p:blipFill>
        <p:spPr>
          <a:xfrm>
            <a:off x="8648170" y="1867259"/>
            <a:ext cx="1772665" cy="4433920"/>
          </a:xfrm>
          <a:prstGeom prst="rect">
            <a:avLst/>
          </a:prstGeom>
        </p:spPr>
      </p:pic>
      <p:sp>
        <p:nvSpPr>
          <p:cNvPr id="29" name="TextBox 28">
            <a:extLst>
              <a:ext uri="{FF2B5EF4-FFF2-40B4-BE49-F238E27FC236}">
                <a16:creationId xmlns:a16="http://schemas.microsoft.com/office/drawing/2014/main" id="{A6F613C1-6E2D-5A1D-4889-552A48BC9030}"/>
              </a:ext>
            </a:extLst>
          </p:cNvPr>
          <p:cNvSpPr txBox="1"/>
          <p:nvPr/>
        </p:nvSpPr>
        <p:spPr>
          <a:xfrm>
            <a:off x="8763691" y="1493887"/>
            <a:ext cx="195273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dirty="0"/>
              <a:t>keywords gender</a:t>
            </a:r>
          </a:p>
        </p:txBody>
      </p:sp>
      <p:pic>
        <p:nvPicPr>
          <p:cNvPr id="31" name="Picture 30">
            <a:extLst>
              <a:ext uri="{FF2B5EF4-FFF2-40B4-BE49-F238E27FC236}">
                <a16:creationId xmlns:a16="http://schemas.microsoft.com/office/drawing/2014/main" id="{A2CD38DF-BF82-A9DF-E3CA-77DD7CD43FE2}"/>
              </a:ext>
            </a:extLst>
          </p:cNvPr>
          <p:cNvPicPr>
            <a:picLocks noChangeAspect="1"/>
          </p:cNvPicPr>
          <p:nvPr/>
        </p:nvPicPr>
        <p:blipFill>
          <a:blip r:embed="rId11"/>
          <a:stretch>
            <a:fillRect/>
          </a:stretch>
        </p:blipFill>
        <p:spPr>
          <a:xfrm>
            <a:off x="10518273" y="1867259"/>
            <a:ext cx="1564369" cy="4433920"/>
          </a:xfrm>
          <a:prstGeom prst="rect">
            <a:avLst/>
          </a:prstGeom>
        </p:spPr>
      </p:pic>
      <p:sp>
        <p:nvSpPr>
          <p:cNvPr id="32" name="TextBox 31">
            <a:extLst>
              <a:ext uri="{FF2B5EF4-FFF2-40B4-BE49-F238E27FC236}">
                <a16:creationId xmlns:a16="http://schemas.microsoft.com/office/drawing/2014/main" id="{4027BDEB-A116-A061-BB0F-080DB2A0872F}"/>
              </a:ext>
            </a:extLst>
          </p:cNvPr>
          <p:cNvSpPr txBox="1"/>
          <p:nvPr/>
        </p:nvSpPr>
        <p:spPr>
          <a:xfrm>
            <a:off x="10521680" y="1492240"/>
            <a:ext cx="195273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dirty="0"/>
              <a:t>acronyms gender</a:t>
            </a:r>
          </a:p>
        </p:txBody>
      </p:sp>
    </p:spTree>
    <p:extLst>
      <p:ext uri="{BB962C8B-B14F-4D97-AF65-F5344CB8AC3E}">
        <p14:creationId xmlns:p14="http://schemas.microsoft.com/office/powerpoint/2010/main" val="489399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82E5C-3CED-DB22-FD15-0BAF77CF2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72CE5-AE6B-DEAE-2F9B-77D84D94CDCB}"/>
              </a:ext>
            </a:extLst>
          </p:cNvPr>
          <p:cNvSpPr>
            <a:spLocks noGrp="1"/>
          </p:cNvSpPr>
          <p:nvPr>
            <p:ph type="title"/>
          </p:nvPr>
        </p:nvSpPr>
        <p:spPr/>
        <p:txBody>
          <a:bodyPr/>
          <a:lstStyle/>
          <a:p>
            <a:r>
              <a:rPr lang="en-US" sz="2800" dirty="0"/>
              <a:t>3. Current methodology</a:t>
            </a:r>
          </a:p>
        </p:txBody>
      </p:sp>
      <p:sp>
        <p:nvSpPr>
          <p:cNvPr id="7" name="TextBox 6">
            <a:extLst>
              <a:ext uri="{FF2B5EF4-FFF2-40B4-BE49-F238E27FC236}">
                <a16:creationId xmlns:a16="http://schemas.microsoft.com/office/drawing/2014/main" id="{C3D6B4CE-2AE9-222F-6135-334EED5FF695}"/>
              </a:ext>
            </a:extLst>
          </p:cNvPr>
          <p:cNvSpPr txBox="1"/>
          <p:nvPr/>
        </p:nvSpPr>
        <p:spPr>
          <a:xfrm>
            <a:off x="509062" y="1276312"/>
            <a:ext cx="1801519" cy="461665"/>
          </a:xfrm>
          <a:prstGeom prst="rect">
            <a:avLst/>
          </a:prstGeom>
          <a:noFill/>
        </p:spPr>
        <p:txBody>
          <a:bodyPr wrap="none" rtlCol="0">
            <a:spAutoFit/>
          </a:bodyPr>
          <a:lstStyle/>
          <a:p>
            <a:r>
              <a:rPr lang="en-GB" sz="2400" b="1" noProof="0" dirty="0"/>
              <a:t>Project titles</a:t>
            </a:r>
          </a:p>
        </p:txBody>
      </p:sp>
      <p:sp>
        <p:nvSpPr>
          <p:cNvPr id="6" name="TextBox 5">
            <a:extLst>
              <a:ext uri="{FF2B5EF4-FFF2-40B4-BE49-F238E27FC236}">
                <a16:creationId xmlns:a16="http://schemas.microsoft.com/office/drawing/2014/main" id="{7BC1C5F2-AE34-9C6F-217A-C56988B1125E}"/>
              </a:ext>
            </a:extLst>
          </p:cNvPr>
          <p:cNvSpPr txBox="1"/>
          <p:nvPr/>
        </p:nvSpPr>
        <p:spPr>
          <a:xfrm>
            <a:off x="775296" y="2285376"/>
            <a:ext cx="3025039" cy="1815882"/>
          </a:xfrm>
          <a:prstGeom prst="rect">
            <a:avLst/>
          </a:prstGeom>
          <a:noFill/>
        </p:spPr>
        <p:txBody>
          <a:bodyPr wrap="square" rtlCol="0">
            <a:spAutoFit/>
          </a:bodyPr>
          <a:lstStyle/>
          <a:p>
            <a:r>
              <a:rPr lang="en-GB" sz="1600" b="1" dirty="0">
                <a:solidFill>
                  <a:schemeClr val="accent4">
                    <a:lumMod val="25000"/>
                  </a:schemeClr>
                </a:solidFill>
              </a:rPr>
              <a:t>A – Title pattern matching </a:t>
            </a:r>
          </a:p>
          <a:p>
            <a:endParaRPr lang="en-GB" sz="1600" b="1" noProof="0" dirty="0">
              <a:solidFill>
                <a:schemeClr val="accent4">
                  <a:lumMod val="25000"/>
                </a:schemeClr>
              </a:solidFill>
            </a:endParaRPr>
          </a:p>
          <a:p>
            <a:r>
              <a:rPr lang="en-GB" sz="1600" dirty="0">
                <a:solidFill>
                  <a:schemeClr val="accent4">
                    <a:lumMod val="25000"/>
                  </a:schemeClr>
                </a:solidFill>
              </a:rPr>
              <a:t>number of matched keywords with current keyword lists and search in unique project titles for entire CRS dataset (from 1973-2023)</a:t>
            </a:r>
            <a:endParaRPr lang="en-GB" sz="1400" noProof="0" dirty="0"/>
          </a:p>
        </p:txBody>
      </p:sp>
      <p:pic>
        <p:nvPicPr>
          <p:cNvPr id="11" name="Picture 10">
            <a:extLst>
              <a:ext uri="{FF2B5EF4-FFF2-40B4-BE49-F238E27FC236}">
                <a16:creationId xmlns:a16="http://schemas.microsoft.com/office/drawing/2014/main" id="{784C73EB-3091-BED1-7E29-6FEA63A3C5AE}"/>
              </a:ext>
            </a:extLst>
          </p:cNvPr>
          <p:cNvPicPr>
            <a:picLocks noChangeAspect="1"/>
          </p:cNvPicPr>
          <p:nvPr/>
        </p:nvPicPr>
        <p:blipFill>
          <a:blip r:embed="rId2"/>
          <a:stretch>
            <a:fillRect/>
          </a:stretch>
        </p:blipFill>
        <p:spPr>
          <a:xfrm>
            <a:off x="4326675" y="2158875"/>
            <a:ext cx="7321974" cy="3592036"/>
          </a:xfrm>
          <a:prstGeom prst="rect">
            <a:avLst/>
          </a:prstGeom>
        </p:spPr>
      </p:pic>
    </p:spTree>
    <p:extLst>
      <p:ext uri="{BB962C8B-B14F-4D97-AF65-F5344CB8AC3E}">
        <p14:creationId xmlns:p14="http://schemas.microsoft.com/office/powerpoint/2010/main" val="3412089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AAEFD-2C90-11C2-EE2D-52D8A1E3776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73D2BC5-2CE9-AB9B-20D9-B72E9072AA9D}"/>
              </a:ext>
            </a:extLst>
          </p:cNvPr>
          <p:cNvPicPr>
            <a:picLocks noChangeAspect="1"/>
          </p:cNvPicPr>
          <p:nvPr/>
        </p:nvPicPr>
        <p:blipFill>
          <a:blip r:embed="rId2" cstate="print">
            <a:extLst>
              <a:ext uri="{28A0092B-C50C-407E-A947-70E740481C1C}">
                <a14:useLocalDpi xmlns:a14="http://schemas.microsoft.com/office/drawing/2010/main" val="0"/>
              </a:ext>
            </a:extLst>
          </a:blip>
          <a:srcRect t="3542"/>
          <a:stretch/>
        </p:blipFill>
        <p:spPr>
          <a:xfrm>
            <a:off x="6419117" y="2380154"/>
            <a:ext cx="5404629" cy="4053233"/>
          </a:xfrm>
          <a:prstGeom prst="rect">
            <a:avLst/>
          </a:prstGeom>
        </p:spPr>
      </p:pic>
      <p:sp>
        <p:nvSpPr>
          <p:cNvPr id="6" name="TextBox 5">
            <a:extLst>
              <a:ext uri="{FF2B5EF4-FFF2-40B4-BE49-F238E27FC236}">
                <a16:creationId xmlns:a16="http://schemas.microsoft.com/office/drawing/2014/main" id="{AA8F4EBF-13DF-C1A7-4827-DC3B51B1ABD8}"/>
              </a:ext>
            </a:extLst>
          </p:cNvPr>
          <p:cNvSpPr txBox="1"/>
          <p:nvPr/>
        </p:nvSpPr>
        <p:spPr>
          <a:xfrm>
            <a:off x="117766" y="1824532"/>
            <a:ext cx="6484231" cy="3754874"/>
          </a:xfrm>
          <a:prstGeom prst="rect">
            <a:avLst/>
          </a:prstGeom>
          <a:noFill/>
        </p:spPr>
        <p:txBody>
          <a:bodyPr wrap="square" rtlCol="0">
            <a:spAutoFit/>
          </a:bodyPr>
          <a:lstStyle/>
          <a:p>
            <a:r>
              <a:rPr lang="en-US" b="1" dirty="0">
                <a:solidFill>
                  <a:schemeClr val="accent2"/>
                </a:solidFill>
              </a:rPr>
              <a:t>B – Text mining </a:t>
            </a:r>
          </a:p>
          <a:p>
            <a:endParaRPr lang="en-US" sz="1600" b="1" dirty="0">
              <a:solidFill>
                <a:schemeClr val="accent2"/>
              </a:solidFill>
            </a:endParaRPr>
          </a:p>
          <a:p>
            <a:endParaRPr lang="en-US" sz="1600" dirty="0">
              <a:solidFill>
                <a:schemeClr val="accent2"/>
              </a:solidFill>
            </a:endParaRPr>
          </a:p>
          <a:p>
            <a:r>
              <a:rPr lang="en-US" sz="1600" dirty="0">
                <a:solidFill>
                  <a:schemeClr val="accent2"/>
                </a:solidFill>
              </a:rPr>
              <a:t>Currently frequency-based approach using odds ratio of words that appear frequently in long description of statistics project </a:t>
            </a:r>
          </a:p>
          <a:p>
            <a:endParaRPr lang="en-US" sz="1600" dirty="0">
              <a:solidFill>
                <a:schemeClr val="accent2"/>
              </a:solidFill>
            </a:endParaRPr>
          </a:p>
          <a:p>
            <a:r>
              <a:rPr lang="en-US" sz="1600" dirty="0">
                <a:solidFill>
                  <a:schemeClr val="accent2"/>
                </a:solidFill>
              </a:rPr>
              <a:t>Issues with frequency-based approach:</a:t>
            </a:r>
          </a:p>
          <a:p>
            <a:endParaRPr lang="en-US" sz="1600" dirty="0">
              <a:solidFill>
                <a:schemeClr val="accent2"/>
              </a:solidFill>
            </a:endParaRPr>
          </a:p>
          <a:p>
            <a:pPr marL="800100" lvl="1" indent="-342900">
              <a:buFont typeface="+mj-lt"/>
              <a:buAutoNum type="arabicPeriod"/>
            </a:pPr>
            <a:r>
              <a:rPr lang="en-US" sz="1600" b="1" dirty="0">
                <a:solidFill>
                  <a:schemeClr val="accent2"/>
                </a:solidFill>
              </a:rPr>
              <a:t>Independence of descriptions lengths and statistics match</a:t>
            </a:r>
          </a:p>
          <a:p>
            <a:pPr lvl="1"/>
            <a:r>
              <a:rPr lang="en-US" sz="1600" dirty="0">
                <a:solidFill>
                  <a:schemeClr val="accent2"/>
                </a:solidFill>
              </a:rPr>
              <a:t>	</a:t>
            </a:r>
            <a:r>
              <a:rPr lang="en-US" sz="1400" dirty="0">
                <a:solidFill>
                  <a:schemeClr val="accent2"/>
                </a:solidFill>
              </a:rPr>
              <a:t>reasonable to assume that description length and statistics match are  	independent -&gt; also long text can be statistical</a:t>
            </a:r>
          </a:p>
          <a:p>
            <a:pPr marL="800100" lvl="1" indent="-342900">
              <a:buFont typeface="+mj-lt"/>
              <a:buAutoNum type="arabicPeriod" startAt="2"/>
            </a:pPr>
            <a:r>
              <a:rPr lang="en-US" sz="1600" b="1" dirty="0">
                <a:solidFill>
                  <a:schemeClr val="accent2"/>
                </a:solidFill>
              </a:rPr>
              <a:t>Accuracy much higher with modern approaches </a:t>
            </a:r>
            <a:endParaRPr lang="en-US" sz="1400" dirty="0">
              <a:solidFill>
                <a:schemeClr val="accent2"/>
              </a:solidFill>
            </a:endParaRPr>
          </a:p>
          <a:p>
            <a:pPr marL="800100" lvl="1" indent="-342900">
              <a:buFont typeface="+mj-lt"/>
              <a:buAutoNum type="arabicPeriod" startAt="2"/>
            </a:pPr>
            <a:r>
              <a:rPr lang="en-US" sz="1600" b="1" dirty="0">
                <a:solidFill>
                  <a:schemeClr val="accent2"/>
                </a:solidFill>
              </a:rPr>
              <a:t>For title matching: stemming instead of lemmatization</a:t>
            </a:r>
          </a:p>
          <a:p>
            <a:pPr marL="800100" lvl="1" indent="-342900">
              <a:buFont typeface="+mj-lt"/>
              <a:buAutoNum type="arabicPeriod" startAt="2"/>
            </a:pPr>
            <a:endParaRPr lang="en-US" sz="1600" b="1" dirty="0">
              <a:solidFill>
                <a:schemeClr val="accent2"/>
              </a:solidFill>
            </a:endParaRPr>
          </a:p>
          <a:p>
            <a:pPr lvl="1"/>
            <a:r>
              <a:rPr lang="en-US" sz="1600" dirty="0">
                <a:solidFill>
                  <a:schemeClr val="accent2"/>
                </a:solidFill>
              </a:rPr>
              <a:t>	</a:t>
            </a:r>
          </a:p>
        </p:txBody>
      </p:sp>
      <p:sp>
        <p:nvSpPr>
          <p:cNvPr id="3" name="Title 1">
            <a:extLst>
              <a:ext uri="{FF2B5EF4-FFF2-40B4-BE49-F238E27FC236}">
                <a16:creationId xmlns:a16="http://schemas.microsoft.com/office/drawing/2014/main" id="{A4FD6601-7E19-FEED-4081-8F70E7A777C3}"/>
              </a:ext>
            </a:extLst>
          </p:cNvPr>
          <p:cNvSpPr txBox="1">
            <a:spLocks/>
          </p:cNvSpPr>
          <p:nvPr/>
        </p:nvSpPr>
        <p:spPr>
          <a:xfrm>
            <a:off x="602275" y="0"/>
            <a:ext cx="10190923" cy="1052623"/>
          </a:xfrm>
          <a:prstGeom prst="rect">
            <a:avLst/>
          </a:prstGeom>
        </p:spPr>
        <p:txBody>
          <a:bodyPr anchor="ctr"/>
          <a:lstStyle>
            <a:lvl1pPr algn="l" defTabSz="1219170" rtl="0" eaLnBrk="1" latinLnBrk="0" hangingPunct="1">
              <a:lnSpc>
                <a:spcPct val="110000"/>
              </a:lnSpc>
              <a:spcBef>
                <a:spcPct val="0"/>
              </a:spcBef>
              <a:buNone/>
              <a:defRPr sz="2500" b="1" kern="1200" spc="200" baseline="0">
                <a:solidFill>
                  <a:schemeClr val="tx1"/>
                </a:solidFill>
                <a:latin typeface="Arial Black" panose="020B0A04020102020204" pitchFamily="34" charset="0"/>
                <a:ea typeface="+mj-ea"/>
                <a:cs typeface="+mj-cs"/>
              </a:defRPr>
            </a:lvl1pPr>
          </a:lstStyle>
          <a:p>
            <a:r>
              <a:rPr lang="en-US" sz="2800"/>
              <a:t>3. Current Methodology</a:t>
            </a:r>
            <a:endParaRPr lang="en-US" sz="2800" dirty="0"/>
          </a:p>
        </p:txBody>
      </p:sp>
      <p:sp>
        <p:nvSpPr>
          <p:cNvPr id="2" name="TextBox 1">
            <a:extLst>
              <a:ext uri="{FF2B5EF4-FFF2-40B4-BE49-F238E27FC236}">
                <a16:creationId xmlns:a16="http://schemas.microsoft.com/office/drawing/2014/main" id="{6011E390-031F-DE3E-FCF0-28E1006649A3}"/>
              </a:ext>
            </a:extLst>
          </p:cNvPr>
          <p:cNvSpPr txBox="1"/>
          <p:nvPr/>
        </p:nvSpPr>
        <p:spPr>
          <a:xfrm>
            <a:off x="7011621" y="1886229"/>
            <a:ext cx="4219619" cy="461665"/>
          </a:xfrm>
          <a:prstGeom prst="rect">
            <a:avLst/>
          </a:prstGeom>
          <a:noFill/>
        </p:spPr>
        <p:txBody>
          <a:bodyPr wrap="square" rtlCol="0">
            <a:spAutoFit/>
          </a:bodyPr>
          <a:lstStyle/>
          <a:p>
            <a:r>
              <a:rPr lang="en-US" sz="1200" dirty="0">
                <a:solidFill>
                  <a:schemeClr val="accent4">
                    <a:lumMod val="25000"/>
                  </a:schemeClr>
                </a:solidFill>
              </a:rPr>
              <a:t>plot from previous frequency-based approach, green projects with matched long description, orange not matched</a:t>
            </a:r>
          </a:p>
        </p:txBody>
      </p:sp>
    </p:spTree>
    <p:extLst>
      <p:ext uri="{BB962C8B-B14F-4D97-AF65-F5344CB8AC3E}">
        <p14:creationId xmlns:p14="http://schemas.microsoft.com/office/powerpoint/2010/main" val="1995363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BE454-5942-34A6-6B1F-78B4FACDA49D}"/>
            </a:ext>
          </a:extLst>
        </p:cNvPr>
        <p:cNvGrpSpPr/>
        <p:nvPr/>
      </p:nvGrpSpPr>
      <p:grpSpPr>
        <a:xfrm>
          <a:off x="0" y="0"/>
          <a:ext cx="0" cy="0"/>
          <a:chOff x="0" y="0"/>
          <a:chExt cx="0" cy="0"/>
        </a:xfrm>
      </p:grpSpPr>
      <p:sp>
        <p:nvSpPr>
          <p:cNvPr id="112" name="TextBox 111">
            <a:extLst>
              <a:ext uri="{FF2B5EF4-FFF2-40B4-BE49-F238E27FC236}">
                <a16:creationId xmlns:a16="http://schemas.microsoft.com/office/drawing/2014/main" id="{A75272BC-4419-BD34-E004-79637A5D7015}"/>
              </a:ext>
            </a:extLst>
          </p:cNvPr>
          <p:cNvSpPr txBox="1"/>
          <p:nvPr/>
        </p:nvSpPr>
        <p:spPr>
          <a:xfrm>
            <a:off x="488544" y="1311249"/>
            <a:ext cx="2294731" cy="461665"/>
          </a:xfrm>
          <a:prstGeom prst="rect">
            <a:avLst/>
          </a:prstGeom>
          <a:noFill/>
        </p:spPr>
        <p:txBody>
          <a:bodyPr wrap="none" rtlCol="0">
            <a:spAutoFit/>
          </a:bodyPr>
          <a:lstStyle/>
          <a:p>
            <a:r>
              <a:rPr lang="en-US" sz="2400" b="1" dirty="0">
                <a:solidFill>
                  <a:schemeClr val="accent2">
                    <a:lumMod val="75000"/>
                  </a:schemeClr>
                </a:solidFill>
              </a:rPr>
              <a:t>1. Project Set-up</a:t>
            </a:r>
          </a:p>
        </p:txBody>
      </p:sp>
      <p:sp>
        <p:nvSpPr>
          <p:cNvPr id="5" name="Title 4">
            <a:extLst>
              <a:ext uri="{FF2B5EF4-FFF2-40B4-BE49-F238E27FC236}">
                <a16:creationId xmlns:a16="http://schemas.microsoft.com/office/drawing/2014/main" id="{0522BD1C-98D2-7237-6429-0079641DE2BF}"/>
              </a:ext>
            </a:extLst>
          </p:cNvPr>
          <p:cNvSpPr>
            <a:spLocks noGrp="1"/>
          </p:cNvSpPr>
          <p:nvPr>
            <p:ph type="title"/>
          </p:nvPr>
        </p:nvSpPr>
        <p:spPr/>
        <p:txBody>
          <a:bodyPr/>
          <a:lstStyle/>
          <a:p>
            <a:r>
              <a:rPr lang="en-US" dirty="0"/>
              <a:t>4. Methodology Proposal </a:t>
            </a:r>
          </a:p>
        </p:txBody>
      </p:sp>
      <p:sp>
        <p:nvSpPr>
          <p:cNvPr id="6" name="TextBox 5">
            <a:extLst>
              <a:ext uri="{FF2B5EF4-FFF2-40B4-BE49-F238E27FC236}">
                <a16:creationId xmlns:a16="http://schemas.microsoft.com/office/drawing/2014/main" id="{C9F3D5B7-77E3-2BBD-6250-D2586E57C832}"/>
              </a:ext>
            </a:extLst>
          </p:cNvPr>
          <p:cNvSpPr txBox="1"/>
          <p:nvPr/>
        </p:nvSpPr>
        <p:spPr>
          <a:xfrm>
            <a:off x="593175" y="2041367"/>
            <a:ext cx="4380200" cy="3323987"/>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accent4">
                    <a:lumMod val="25000"/>
                  </a:schemeClr>
                </a:solidFill>
              </a:rPr>
              <a:t>language: Python</a:t>
            </a:r>
          </a:p>
          <a:p>
            <a:pPr marL="285750" indent="-285750">
              <a:buFont typeface="Arial" panose="020B0604020202020204" pitchFamily="34" charset="0"/>
              <a:buChar char="•"/>
            </a:pPr>
            <a:r>
              <a:rPr lang="en-US" sz="1400" dirty="0">
                <a:solidFill>
                  <a:schemeClr val="accent4">
                    <a:lumMod val="25000"/>
                  </a:schemeClr>
                </a:solidFill>
              </a:rPr>
              <a:t>source code maintained as .</a:t>
            </a:r>
            <a:r>
              <a:rPr lang="en-US" sz="1400" dirty="0" err="1">
                <a:solidFill>
                  <a:schemeClr val="accent4">
                    <a:lumMod val="25000"/>
                  </a:schemeClr>
                </a:solidFill>
              </a:rPr>
              <a:t>py</a:t>
            </a:r>
            <a:r>
              <a:rPr lang="en-US" sz="1400" dirty="0">
                <a:solidFill>
                  <a:schemeClr val="accent4">
                    <a:lumMod val="25000"/>
                  </a:schemeClr>
                </a:solidFill>
              </a:rPr>
              <a:t> files in </a:t>
            </a:r>
            <a:r>
              <a:rPr lang="en-US" sz="1400" dirty="0" err="1">
                <a:solidFill>
                  <a:schemeClr val="accent4">
                    <a:lumMod val="25000"/>
                  </a:schemeClr>
                </a:solidFill>
              </a:rPr>
              <a:t>src</a:t>
            </a:r>
            <a:r>
              <a:rPr lang="en-US" sz="1400" dirty="0">
                <a:solidFill>
                  <a:schemeClr val="accent4">
                    <a:lumMod val="25000"/>
                  </a:schemeClr>
                </a:solidFill>
              </a:rPr>
              <a:t> folder, eventual pipeline in final notebook</a:t>
            </a:r>
          </a:p>
          <a:p>
            <a:pPr marL="285750" indent="-285750">
              <a:buFont typeface="Arial" panose="020B0604020202020204" pitchFamily="34" charset="0"/>
              <a:buChar char="•"/>
            </a:pPr>
            <a:r>
              <a:rPr lang="en-US" sz="1400" dirty="0">
                <a:solidFill>
                  <a:schemeClr val="accent4">
                    <a:lumMod val="25000"/>
                  </a:schemeClr>
                </a:solidFill>
              </a:rPr>
              <a:t>code development in notebooks/development folder </a:t>
            </a:r>
          </a:p>
          <a:p>
            <a:pPr marL="285750" indent="-285750">
              <a:buFont typeface="Arial" panose="020B0604020202020204" pitchFamily="34" charset="0"/>
              <a:buChar char="•"/>
            </a:pPr>
            <a:r>
              <a:rPr lang="en-US" sz="1400" dirty="0">
                <a:solidFill>
                  <a:schemeClr val="accent4">
                    <a:lumMod val="25000"/>
                  </a:schemeClr>
                </a:solidFill>
              </a:rPr>
              <a:t>package dependency management with </a:t>
            </a:r>
            <a:r>
              <a:rPr lang="en-US" sz="1400" dirty="0" err="1">
                <a:solidFill>
                  <a:schemeClr val="accent4">
                    <a:lumMod val="25000"/>
                  </a:schemeClr>
                </a:solidFill>
              </a:rPr>
              <a:t>pyproject.toml</a:t>
            </a:r>
            <a:r>
              <a:rPr lang="en-US" sz="1400" dirty="0">
                <a:solidFill>
                  <a:schemeClr val="accent4">
                    <a:lumMod val="25000"/>
                  </a:schemeClr>
                </a:solidFill>
              </a:rPr>
              <a:t> – facilitates eventual publication as a package </a:t>
            </a:r>
          </a:p>
          <a:p>
            <a:pPr marL="285750" indent="-285750">
              <a:buFont typeface="Arial" panose="020B0604020202020204" pitchFamily="34" charset="0"/>
              <a:buChar char="•"/>
            </a:pPr>
            <a:r>
              <a:rPr lang="en-US" sz="1400" dirty="0">
                <a:solidFill>
                  <a:schemeClr val="accent4">
                    <a:lumMod val="25000"/>
                  </a:schemeClr>
                </a:solidFill>
              </a:rPr>
              <a:t>documentation:</a:t>
            </a:r>
          </a:p>
          <a:p>
            <a:pPr marL="742950" lvl="1" indent="-285750">
              <a:buFont typeface="Arial" panose="020B0604020202020204" pitchFamily="34" charset="0"/>
              <a:buChar char="•"/>
            </a:pPr>
            <a:r>
              <a:rPr lang="en-US" sz="1400" dirty="0">
                <a:solidFill>
                  <a:schemeClr val="accent4">
                    <a:lumMod val="25000"/>
                  </a:schemeClr>
                </a:solidFill>
              </a:rPr>
              <a:t>use of short commit intervals </a:t>
            </a:r>
          </a:p>
          <a:p>
            <a:pPr marL="742950" lvl="1" indent="-285750">
              <a:buFont typeface="Arial" panose="020B0604020202020204" pitchFamily="34" charset="0"/>
              <a:buChar char="•"/>
            </a:pPr>
            <a:r>
              <a:rPr lang="en-US" sz="1400" dirty="0">
                <a:solidFill>
                  <a:schemeClr val="accent4">
                    <a:lumMod val="25000"/>
                  </a:schemeClr>
                </a:solidFill>
              </a:rPr>
              <a:t>code documentation integrated with </a:t>
            </a:r>
            <a:r>
              <a:rPr lang="en-US" sz="1400" dirty="0">
                <a:solidFill>
                  <a:schemeClr val="accent4">
                    <a:lumMod val="25000"/>
                  </a:schemeClr>
                </a:solidFill>
                <a:hlinkClick r:id="rId2"/>
              </a:rPr>
              <a:t>mkdocs</a:t>
            </a:r>
            <a:r>
              <a:rPr lang="en-US" sz="1400" dirty="0">
                <a:solidFill>
                  <a:schemeClr val="accent4">
                    <a:lumMod val="25000"/>
                  </a:schemeClr>
                </a:solidFill>
              </a:rPr>
              <a:t>: automatic static documentation website created from </a:t>
            </a:r>
            <a:r>
              <a:rPr lang="en-US" sz="1400" dirty="0" err="1">
                <a:solidFill>
                  <a:schemeClr val="accent4">
                    <a:lumMod val="25000"/>
                  </a:schemeClr>
                </a:solidFill>
              </a:rPr>
              <a:t>src</a:t>
            </a:r>
            <a:r>
              <a:rPr lang="en-US" sz="1400" dirty="0">
                <a:solidFill>
                  <a:schemeClr val="accent4">
                    <a:lumMod val="25000"/>
                  </a:schemeClr>
                </a:solidFill>
              </a:rPr>
              <a:t> functions, could be later published directly from </a:t>
            </a:r>
            <a:r>
              <a:rPr lang="en-US" sz="1400" dirty="0" err="1">
                <a:solidFill>
                  <a:schemeClr val="accent4">
                    <a:lumMod val="25000"/>
                  </a:schemeClr>
                </a:solidFill>
              </a:rPr>
              <a:t>github</a:t>
            </a:r>
            <a:r>
              <a:rPr lang="en-US" sz="1400" dirty="0">
                <a:solidFill>
                  <a:schemeClr val="accent4">
                    <a:lumMod val="25000"/>
                  </a:schemeClr>
                </a:solidFill>
              </a:rPr>
              <a:t> repository using </a:t>
            </a:r>
            <a:r>
              <a:rPr lang="en-US" sz="1400" dirty="0" err="1">
                <a:solidFill>
                  <a:schemeClr val="accent4">
                    <a:lumMod val="25000"/>
                  </a:schemeClr>
                </a:solidFill>
              </a:rPr>
              <a:t>github</a:t>
            </a:r>
            <a:r>
              <a:rPr lang="en-US" sz="1400" dirty="0">
                <a:solidFill>
                  <a:schemeClr val="accent4">
                    <a:lumMod val="25000"/>
                  </a:schemeClr>
                </a:solidFill>
              </a:rPr>
              <a:t> pages (see next page)</a:t>
            </a:r>
          </a:p>
          <a:p>
            <a:pPr marL="285750" indent="-285750">
              <a:buFont typeface="Arial" panose="020B0604020202020204" pitchFamily="34" charset="0"/>
              <a:buChar char="•"/>
            </a:pPr>
            <a:endParaRPr lang="en-US" sz="1400" dirty="0">
              <a:solidFill>
                <a:schemeClr val="accent4">
                  <a:lumMod val="25000"/>
                </a:schemeClr>
              </a:solidFill>
            </a:endParaRPr>
          </a:p>
        </p:txBody>
      </p:sp>
      <p:pic>
        <p:nvPicPr>
          <p:cNvPr id="8" name="Picture 7">
            <a:extLst>
              <a:ext uri="{FF2B5EF4-FFF2-40B4-BE49-F238E27FC236}">
                <a16:creationId xmlns:a16="http://schemas.microsoft.com/office/drawing/2014/main" id="{8D66BB0C-0433-E5D3-AAB5-B013298AA144}"/>
              </a:ext>
            </a:extLst>
          </p:cNvPr>
          <p:cNvPicPr>
            <a:picLocks noChangeAspect="1"/>
          </p:cNvPicPr>
          <p:nvPr/>
        </p:nvPicPr>
        <p:blipFill>
          <a:blip r:embed="rId3"/>
          <a:stretch>
            <a:fillRect/>
          </a:stretch>
        </p:blipFill>
        <p:spPr>
          <a:xfrm>
            <a:off x="5138482" y="1904097"/>
            <a:ext cx="7053518" cy="3461257"/>
          </a:xfrm>
          <a:prstGeom prst="rect">
            <a:avLst/>
          </a:prstGeom>
        </p:spPr>
      </p:pic>
    </p:spTree>
    <p:extLst>
      <p:ext uri="{BB962C8B-B14F-4D97-AF65-F5344CB8AC3E}">
        <p14:creationId xmlns:p14="http://schemas.microsoft.com/office/powerpoint/2010/main" val="4069746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E4313-F508-41A4-F2A2-E48D58D1299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F54A2D5-D6D3-7F5D-E9AF-66897903D2AB}"/>
              </a:ext>
            </a:extLst>
          </p:cNvPr>
          <p:cNvSpPr>
            <a:spLocks noGrp="1"/>
          </p:cNvSpPr>
          <p:nvPr>
            <p:ph type="title"/>
          </p:nvPr>
        </p:nvSpPr>
        <p:spPr/>
        <p:txBody>
          <a:bodyPr/>
          <a:lstStyle/>
          <a:p>
            <a:r>
              <a:rPr lang="en-US" dirty="0"/>
              <a:t>4. Methodology Proposal </a:t>
            </a:r>
          </a:p>
        </p:txBody>
      </p:sp>
      <p:pic>
        <p:nvPicPr>
          <p:cNvPr id="3" name="Picture 2">
            <a:extLst>
              <a:ext uri="{FF2B5EF4-FFF2-40B4-BE49-F238E27FC236}">
                <a16:creationId xmlns:a16="http://schemas.microsoft.com/office/drawing/2014/main" id="{ADAE9A80-22D5-49CA-0A20-C1E2E05D52DB}"/>
              </a:ext>
            </a:extLst>
          </p:cNvPr>
          <p:cNvPicPr>
            <a:picLocks noChangeAspect="1"/>
          </p:cNvPicPr>
          <p:nvPr/>
        </p:nvPicPr>
        <p:blipFill>
          <a:blip r:embed="rId2"/>
          <a:stretch>
            <a:fillRect/>
          </a:stretch>
        </p:blipFill>
        <p:spPr>
          <a:xfrm>
            <a:off x="4753971" y="1141900"/>
            <a:ext cx="7084164" cy="5620928"/>
          </a:xfrm>
          <a:prstGeom prst="rect">
            <a:avLst/>
          </a:prstGeom>
        </p:spPr>
      </p:pic>
      <p:sp>
        <p:nvSpPr>
          <p:cNvPr id="6" name="TextBox 5">
            <a:extLst>
              <a:ext uri="{FF2B5EF4-FFF2-40B4-BE49-F238E27FC236}">
                <a16:creationId xmlns:a16="http://schemas.microsoft.com/office/drawing/2014/main" id="{E68FFC18-BD28-D18B-CB74-A106F4ADA097}"/>
              </a:ext>
            </a:extLst>
          </p:cNvPr>
          <p:cNvSpPr txBox="1"/>
          <p:nvPr/>
        </p:nvSpPr>
        <p:spPr>
          <a:xfrm>
            <a:off x="185418" y="2234923"/>
            <a:ext cx="4380200" cy="1169551"/>
          </a:xfrm>
          <a:prstGeom prst="rect">
            <a:avLst/>
          </a:prstGeom>
          <a:noFill/>
        </p:spPr>
        <p:txBody>
          <a:bodyPr wrap="square" rtlCol="0">
            <a:spAutoFit/>
          </a:bodyPr>
          <a:lstStyle/>
          <a:p>
            <a:pPr marL="285750" indent="-285750">
              <a:buFont typeface="Arial" panose="020B0604020202020204" pitchFamily="34" charset="0"/>
              <a:buChar char="•"/>
            </a:pPr>
            <a:r>
              <a:rPr lang="en-GB" sz="1400" dirty="0">
                <a:solidFill>
                  <a:schemeClr val="accent4">
                    <a:lumMod val="25000"/>
                  </a:schemeClr>
                </a:solidFill>
              </a:rPr>
              <a:t>s</a:t>
            </a:r>
            <a:r>
              <a:rPr lang="en-US" sz="1400" dirty="0" err="1">
                <a:solidFill>
                  <a:schemeClr val="accent4">
                    <a:lumMod val="25000"/>
                  </a:schemeClr>
                </a:solidFill>
              </a:rPr>
              <a:t>tatic</a:t>
            </a:r>
            <a:r>
              <a:rPr lang="en-US" sz="1400" dirty="0">
                <a:solidFill>
                  <a:schemeClr val="accent4">
                    <a:lumMod val="25000"/>
                  </a:schemeClr>
                </a:solidFill>
              </a:rPr>
              <a:t> documentation website that automatically documents the source code in the </a:t>
            </a:r>
            <a:r>
              <a:rPr lang="en-US" sz="1400" dirty="0" err="1">
                <a:solidFill>
                  <a:schemeClr val="accent4">
                    <a:lumMod val="25000"/>
                  </a:schemeClr>
                </a:solidFill>
              </a:rPr>
              <a:t>src</a:t>
            </a:r>
            <a:r>
              <a:rPr lang="en-US" sz="1400" dirty="0">
                <a:solidFill>
                  <a:schemeClr val="accent4">
                    <a:lumMod val="25000"/>
                  </a:schemeClr>
                </a:solidFill>
              </a:rPr>
              <a:t> folder </a:t>
            </a:r>
          </a:p>
          <a:p>
            <a:pPr marL="285750" indent="-285750">
              <a:buFont typeface="Arial" panose="020B0604020202020204" pitchFamily="34" charset="0"/>
              <a:buChar char="•"/>
            </a:pPr>
            <a:r>
              <a:rPr lang="en-US" sz="1400" dirty="0">
                <a:solidFill>
                  <a:schemeClr val="accent4">
                    <a:lumMod val="25000"/>
                  </a:schemeClr>
                </a:solidFill>
              </a:rPr>
              <a:t>addition of multiple tabs possible directly from markdown files</a:t>
            </a:r>
          </a:p>
          <a:p>
            <a:pPr marL="285750" indent="-285750">
              <a:buFont typeface="Arial" panose="020B0604020202020204" pitchFamily="34" charset="0"/>
              <a:buChar char="•"/>
            </a:pPr>
            <a:r>
              <a:rPr lang="en-US" sz="1400" dirty="0">
                <a:solidFill>
                  <a:schemeClr val="accent4">
                    <a:lumMod val="25000"/>
                  </a:schemeClr>
                </a:solidFill>
              </a:rPr>
              <a:t>could host entire methodology note, if desired</a:t>
            </a:r>
          </a:p>
        </p:txBody>
      </p:sp>
      <p:cxnSp>
        <p:nvCxnSpPr>
          <p:cNvPr id="8" name="Straight Arrow Connector 7">
            <a:extLst>
              <a:ext uri="{FF2B5EF4-FFF2-40B4-BE49-F238E27FC236}">
                <a16:creationId xmlns:a16="http://schemas.microsoft.com/office/drawing/2014/main" id="{34AD35D2-057A-DD49-8F71-357269523D71}"/>
              </a:ext>
            </a:extLst>
          </p:cNvPr>
          <p:cNvCxnSpPr>
            <a:cxnSpLocks/>
          </p:cNvCxnSpPr>
          <p:nvPr/>
        </p:nvCxnSpPr>
        <p:spPr>
          <a:xfrm flipV="1">
            <a:off x="4130412" y="2520176"/>
            <a:ext cx="660152" cy="30331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9730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8A602-923C-B2CA-5C65-89BAA8082429}"/>
            </a:ext>
          </a:extLst>
        </p:cNvPr>
        <p:cNvGrpSpPr/>
        <p:nvPr/>
      </p:nvGrpSpPr>
      <p:grpSpPr>
        <a:xfrm>
          <a:off x="0" y="0"/>
          <a:ext cx="0" cy="0"/>
          <a:chOff x="0" y="0"/>
          <a:chExt cx="0" cy="0"/>
        </a:xfrm>
      </p:grpSpPr>
      <p:sp>
        <p:nvSpPr>
          <p:cNvPr id="112" name="TextBox 111">
            <a:extLst>
              <a:ext uri="{FF2B5EF4-FFF2-40B4-BE49-F238E27FC236}">
                <a16:creationId xmlns:a16="http://schemas.microsoft.com/office/drawing/2014/main" id="{2A24A1EE-D558-2AEC-B10A-986A18FF8636}"/>
              </a:ext>
            </a:extLst>
          </p:cNvPr>
          <p:cNvSpPr txBox="1"/>
          <p:nvPr/>
        </p:nvSpPr>
        <p:spPr>
          <a:xfrm>
            <a:off x="849844" y="1364775"/>
            <a:ext cx="3260444" cy="461665"/>
          </a:xfrm>
          <a:prstGeom prst="rect">
            <a:avLst/>
          </a:prstGeom>
          <a:noFill/>
        </p:spPr>
        <p:txBody>
          <a:bodyPr wrap="none" rtlCol="0">
            <a:spAutoFit/>
          </a:bodyPr>
          <a:lstStyle/>
          <a:p>
            <a:r>
              <a:rPr lang="en-US" sz="2400" b="1" dirty="0">
                <a:solidFill>
                  <a:schemeClr val="accent2">
                    <a:lumMod val="75000"/>
                  </a:schemeClr>
                </a:solidFill>
              </a:rPr>
              <a:t>2. Classification Method</a:t>
            </a:r>
          </a:p>
        </p:txBody>
      </p:sp>
      <p:sp>
        <p:nvSpPr>
          <p:cNvPr id="5" name="Title 4">
            <a:extLst>
              <a:ext uri="{FF2B5EF4-FFF2-40B4-BE49-F238E27FC236}">
                <a16:creationId xmlns:a16="http://schemas.microsoft.com/office/drawing/2014/main" id="{2F3A7508-26C9-AD20-3CAA-246DCCF7B02B}"/>
              </a:ext>
            </a:extLst>
          </p:cNvPr>
          <p:cNvSpPr>
            <a:spLocks noGrp="1"/>
          </p:cNvSpPr>
          <p:nvPr>
            <p:ph type="title"/>
          </p:nvPr>
        </p:nvSpPr>
        <p:spPr>
          <a:xfrm>
            <a:off x="634706" y="0"/>
            <a:ext cx="10190923" cy="1052623"/>
          </a:xfrm>
        </p:spPr>
        <p:txBody>
          <a:bodyPr/>
          <a:lstStyle/>
          <a:p>
            <a:r>
              <a:rPr lang="en-US" dirty="0"/>
              <a:t>4. Methodology Proposal </a:t>
            </a:r>
          </a:p>
        </p:txBody>
      </p:sp>
      <p:sp>
        <p:nvSpPr>
          <p:cNvPr id="11" name="TextBox 10">
            <a:extLst>
              <a:ext uri="{FF2B5EF4-FFF2-40B4-BE49-F238E27FC236}">
                <a16:creationId xmlns:a16="http://schemas.microsoft.com/office/drawing/2014/main" id="{4866F9FD-EC7C-6739-37D8-903422532565}"/>
              </a:ext>
            </a:extLst>
          </p:cNvPr>
          <p:cNvSpPr txBox="1"/>
          <p:nvPr/>
        </p:nvSpPr>
        <p:spPr>
          <a:xfrm>
            <a:off x="442905" y="2174276"/>
            <a:ext cx="5526044" cy="4401205"/>
          </a:xfrm>
          <a:prstGeom prst="rect">
            <a:avLst/>
          </a:prstGeom>
          <a:noFill/>
        </p:spPr>
        <p:txBody>
          <a:bodyPr wrap="square" rtlCol="0">
            <a:spAutoFit/>
          </a:bodyPr>
          <a:lstStyle/>
          <a:p>
            <a:r>
              <a:rPr lang="en-US" sz="1400" b="1" dirty="0">
                <a:solidFill>
                  <a:schemeClr val="accent4">
                    <a:lumMod val="25000"/>
                  </a:schemeClr>
                </a:solidFill>
              </a:rPr>
              <a:t>How to choose a model? </a:t>
            </a:r>
          </a:p>
          <a:p>
            <a:endParaRPr lang="en-US" sz="1400" b="1" dirty="0">
              <a:solidFill>
                <a:schemeClr val="accent4">
                  <a:lumMod val="25000"/>
                </a:schemeClr>
              </a:solidFill>
            </a:endParaRPr>
          </a:p>
          <a:p>
            <a:r>
              <a:rPr lang="en-US" sz="1400" dirty="0">
                <a:solidFill>
                  <a:schemeClr val="accent4">
                    <a:lumMod val="25000"/>
                  </a:schemeClr>
                </a:solidFill>
              </a:rPr>
              <a:t>First, we need to sort our requirements according to their importance: </a:t>
            </a:r>
          </a:p>
          <a:p>
            <a:pPr marL="800100" lvl="1" indent="-342900">
              <a:buFont typeface="+mj-lt"/>
              <a:buAutoNum type="arabicPeriod"/>
            </a:pPr>
            <a:r>
              <a:rPr lang="en-US" sz="1400" b="1" dirty="0">
                <a:solidFill>
                  <a:schemeClr val="accent4">
                    <a:lumMod val="25000"/>
                  </a:schemeClr>
                </a:solidFill>
              </a:rPr>
              <a:t>Accuracy: </a:t>
            </a:r>
            <a:r>
              <a:rPr lang="en-US" sz="1400" dirty="0">
                <a:solidFill>
                  <a:schemeClr val="accent4">
                    <a:lumMod val="25000"/>
                  </a:schemeClr>
                </a:solidFill>
              </a:rPr>
              <a:t>To us, measuring the funding correctly should be the most important requirement</a:t>
            </a:r>
          </a:p>
          <a:p>
            <a:pPr marL="800100" lvl="1" indent="-342900">
              <a:buFont typeface="+mj-lt"/>
              <a:buAutoNum type="arabicPeriod"/>
            </a:pPr>
            <a:r>
              <a:rPr lang="en-US" sz="1400" b="1" dirty="0">
                <a:solidFill>
                  <a:schemeClr val="accent4">
                    <a:lumMod val="25000"/>
                  </a:schemeClr>
                </a:solidFill>
              </a:rPr>
              <a:t>Multilingualism: </a:t>
            </a:r>
            <a:r>
              <a:rPr lang="en-US" sz="1400" dirty="0">
                <a:solidFill>
                  <a:schemeClr val="accent4">
                    <a:lumMod val="25000"/>
                  </a:schemeClr>
                </a:solidFill>
              </a:rPr>
              <a:t>Since approx. 22% of descriptions are not in English, the methodology should work on multiple languages</a:t>
            </a:r>
          </a:p>
          <a:p>
            <a:pPr marL="800100" lvl="1" indent="-342900">
              <a:buFont typeface="+mj-lt"/>
              <a:buAutoNum type="arabicPeriod"/>
            </a:pPr>
            <a:r>
              <a:rPr lang="en-US" sz="1400" b="1" dirty="0">
                <a:solidFill>
                  <a:schemeClr val="accent4">
                    <a:lumMod val="25000"/>
                  </a:schemeClr>
                </a:solidFill>
              </a:rPr>
              <a:t>Interpretability: </a:t>
            </a:r>
            <a:r>
              <a:rPr lang="en-US" sz="1400" dirty="0">
                <a:solidFill>
                  <a:schemeClr val="accent4">
                    <a:lumMod val="25000"/>
                  </a:schemeClr>
                </a:solidFill>
              </a:rPr>
              <a:t>In general, the more complex models become, the more difficult it is to understand exactly how data is classified. However, there are techniques to get insight into how data is classified for very complex models.</a:t>
            </a:r>
          </a:p>
          <a:p>
            <a:pPr marL="800100" lvl="1" indent="-342900">
              <a:buFont typeface="+mj-lt"/>
              <a:buAutoNum type="arabicPeriod"/>
            </a:pPr>
            <a:endParaRPr lang="en-US" sz="1400" b="1" dirty="0">
              <a:solidFill>
                <a:schemeClr val="accent4">
                  <a:lumMod val="25000"/>
                </a:schemeClr>
              </a:solidFill>
            </a:endParaRPr>
          </a:p>
          <a:p>
            <a:pPr lvl="1"/>
            <a:r>
              <a:rPr lang="en-US" sz="1400" b="1" dirty="0">
                <a:solidFill>
                  <a:schemeClr val="accent4">
                    <a:lumMod val="25000"/>
                  </a:schemeClr>
                </a:solidFill>
              </a:rPr>
              <a:t>Base requirements: </a:t>
            </a:r>
          </a:p>
          <a:p>
            <a:pPr marL="742950" lvl="1" indent="-285750">
              <a:buFont typeface="Arial" panose="020B0604020202020204" pitchFamily="34" charset="0"/>
              <a:buChar char="•"/>
            </a:pPr>
            <a:r>
              <a:rPr lang="en-US" sz="1400" b="1" dirty="0">
                <a:solidFill>
                  <a:schemeClr val="accent4">
                    <a:lumMod val="25000"/>
                  </a:schemeClr>
                </a:solidFill>
              </a:rPr>
              <a:t>Text classification: </a:t>
            </a:r>
            <a:r>
              <a:rPr lang="en-US" sz="1400" dirty="0">
                <a:solidFill>
                  <a:schemeClr val="accent4">
                    <a:lumMod val="25000"/>
                  </a:schemeClr>
                </a:solidFill>
              </a:rPr>
              <a:t>our task is a binary text classification, but this applies to all models</a:t>
            </a:r>
            <a:endParaRPr lang="en-US" sz="1400" b="1" dirty="0">
              <a:solidFill>
                <a:schemeClr val="accent4">
                  <a:lumMod val="25000"/>
                </a:schemeClr>
              </a:solidFill>
            </a:endParaRPr>
          </a:p>
          <a:p>
            <a:pPr marL="742950" lvl="1" indent="-285750">
              <a:buFont typeface="Arial" panose="020B0604020202020204" pitchFamily="34" charset="0"/>
              <a:buChar char="•"/>
            </a:pPr>
            <a:r>
              <a:rPr lang="en-US" sz="1400" b="1" dirty="0">
                <a:solidFill>
                  <a:schemeClr val="accent4">
                    <a:lumMod val="25000"/>
                  </a:schemeClr>
                </a:solidFill>
              </a:rPr>
              <a:t>Positive-unlabeled learning problem: </a:t>
            </a:r>
            <a:r>
              <a:rPr lang="en-US" sz="1400" dirty="0">
                <a:solidFill>
                  <a:schemeClr val="accent4">
                    <a:lumMod val="25000"/>
                  </a:schemeClr>
                </a:solidFill>
              </a:rPr>
              <a:t>this applies to all models and therefore doesn’t need to be considered during model selection</a:t>
            </a:r>
            <a:endParaRPr lang="en-US" sz="1400" b="1" dirty="0">
              <a:solidFill>
                <a:schemeClr val="accent4">
                  <a:lumMod val="25000"/>
                </a:schemeClr>
              </a:solidFill>
            </a:endParaRPr>
          </a:p>
          <a:p>
            <a:pPr marL="742950" lvl="1" indent="-285750">
              <a:buFont typeface="Arial" panose="020B0604020202020204" pitchFamily="34" charset="0"/>
              <a:buChar char="•"/>
            </a:pPr>
            <a:r>
              <a:rPr lang="en-US" sz="1400" b="1" dirty="0">
                <a:solidFill>
                  <a:schemeClr val="accent4">
                    <a:lumMod val="25000"/>
                  </a:schemeClr>
                </a:solidFill>
              </a:rPr>
              <a:t>Variance estimation: </a:t>
            </a:r>
            <a:r>
              <a:rPr lang="en-US" sz="1400" dirty="0">
                <a:solidFill>
                  <a:schemeClr val="accent4">
                    <a:lumMod val="25000"/>
                  </a:schemeClr>
                </a:solidFill>
              </a:rPr>
              <a:t>it’s possible to estimate the variance for all models</a:t>
            </a:r>
            <a:endParaRPr lang="en-US" sz="1400" b="1" dirty="0">
              <a:solidFill>
                <a:schemeClr val="accent2"/>
              </a:solidFill>
              <a:ea typeface="Verdana" panose="020B0604030504040204" pitchFamily="34" charset="0"/>
            </a:endParaRPr>
          </a:p>
        </p:txBody>
      </p:sp>
      <p:sp>
        <p:nvSpPr>
          <p:cNvPr id="12" name="TextBox 11">
            <a:extLst>
              <a:ext uri="{FF2B5EF4-FFF2-40B4-BE49-F238E27FC236}">
                <a16:creationId xmlns:a16="http://schemas.microsoft.com/office/drawing/2014/main" id="{EC29F9CC-E698-BDC7-1DE4-64DD28A1B6E0}"/>
              </a:ext>
            </a:extLst>
          </p:cNvPr>
          <p:cNvSpPr txBox="1"/>
          <p:nvPr/>
        </p:nvSpPr>
        <p:spPr>
          <a:xfrm>
            <a:off x="7009583" y="2419116"/>
            <a:ext cx="4739512" cy="954107"/>
          </a:xfrm>
          <a:prstGeom prst="rect">
            <a:avLst/>
          </a:prstGeom>
          <a:noFill/>
        </p:spPr>
        <p:txBody>
          <a:bodyPr wrap="square" rtlCol="0">
            <a:spAutoFit/>
          </a:bodyPr>
          <a:lstStyle/>
          <a:p>
            <a:pPr marL="342900" indent="-342900">
              <a:buAutoNum type="arabicPeriod"/>
            </a:pPr>
            <a:r>
              <a:rPr lang="en-US" sz="1400" b="1" dirty="0">
                <a:solidFill>
                  <a:schemeClr val="accent4">
                    <a:lumMod val="25000"/>
                  </a:schemeClr>
                </a:solidFill>
              </a:rPr>
              <a:t>Most important requirement –Accuracy</a:t>
            </a:r>
          </a:p>
          <a:p>
            <a:r>
              <a:rPr lang="en-US" sz="1400" dirty="0">
                <a:solidFill>
                  <a:schemeClr val="accent4">
                    <a:lumMod val="25000"/>
                  </a:schemeClr>
                </a:solidFill>
              </a:rPr>
              <a:t>in general, the more complex the model is, the more accurate it is. Since this is our most important criterion, modern neural networks provide the highest accuracy </a:t>
            </a:r>
            <a:r>
              <a:rPr lang="en-US" sz="1400" b="1" dirty="0">
                <a:solidFill>
                  <a:schemeClr val="accent4">
                    <a:lumMod val="25000"/>
                  </a:schemeClr>
                </a:solidFill>
              </a:rPr>
              <a:t> </a:t>
            </a:r>
            <a:endParaRPr lang="en-US" sz="1400" b="1" dirty="0">
              <a:solidFill>
                <a:schemeClr val="accent2"/>
              </a:solidFill>
              <a:ea typeface="Verdana" panose="020B0604030504040204" pitchFamily="34" charset="0"/>
            </a:endParaRPr>
          </a:p>
        </p:txBody>
      </p:sp>
      <p:pic>
        <p:nvPicPr>
          <p:cNvPr id="14" name="Picture 13">
            <a:extLst>
              <a:ext uri="{FF2B5EF4-FFF2-40B4-BE49-F238E27FC236}">
                <a16:creationId xmlns:a16="http://schemas.microsoft.com/office/drawing/2014/main" id="{E1F5DEB4-D941-F8D9-F3C4-CAD96A1CE697}"/>
              </a:ext>
            </a:extLst>
          </p:cNvPr>
          <p:cNvPicPr>
            <a:picLocks noChangeAspect="1"/>
          </p:cNvPicPr>
          <p:nvPr/>
        </p:nvPicPr>
        <p:blipFill>
          <a:blip r:embed="rId2">
            <a:extLst>
              <a:ext uri="{28A0092B-C50C-407E-A947-70E740481C1C}">
                <a14:useLocalDpi xmlns:a14="http://schemas.microsoft.com/office/drawing/2010/main" val="0"/>
              </a:ext>
            </a:extLst>
          </a:blip>
          <a:srcRect t="11173" b="11735"/>
          <a:stretch/>
        </p:blipFill>
        <p:spPr>
          <a:xfrm>
            <a:off x="6657035" y="3804796"/>
            <a:ext cx="5045716" cy="2592907"/>
          </a:xfrm>
          <a:prstGeom prst="rect">
            <a:avLst/>
          </a:prstGeom>
        </p:spPr>
      </p:pic>
      <p:cxnSp>
        <p:nvCxnSpPr>
          <p:cNvPr id="16" name="Straight Arrow Connector 15">
            <a:extLst>
              <a:ext uri="{FF2B5EF4-FFF2-40B4-BE49-F238E27FC236}">
                <a16:creationId xmlns:a16="http://schemas.microsoft.com/office/drawing/2014/main" id="{997471A2-38D8-8F3A-6641-CAB4FCA83A81}"/>
              </a:ext>
            </a:extLst>
          </p:cNvPr>
          <p:cNvCxnSpPr/>
          <p:nvPr/>
        </p:nvCxnSpPr>
        <p:spPr>
          <a:xfrm flipV="1">
            <a:off x="5919067" y="2815763"/>
            <a:ext cx="1043754" cy="28547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6463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E5B13-8D8D-8418-51EE-1300FAF15B0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EC5960-2EAA-BBE1-F02A-3F9946E07ECA}"/>
              </a:ext>
            </a:extLst>
          </p:cNvPr>
          <p:cNvSpPr>
            <a:spLocks noGrp="1"/>
          </p:cNvSpPr>
          <p:nvPr>
            <p:ph type="title"/>
          </p:nvPr>
        </p:nvSpPr>
        <p:spPr/>
        <p:txBody>
          <a:bodyPr/>
          <a:lstStyle/>
          <a:p>
            <a:r>
              <a:rPr lang="en-US" dirty="0"/>
              <a:t>4. Methodology Proposal </a:t>
            </a:r>
          </a:p>
        </p:txBody>
      </p:sp>
      <p:pic>
        <p:nvPicPr>
          <p:cNvPr id="3" name="Picture 2">
            <a:extLst>
              <a:ext uri="{FF2B5EF4-FFF2-40B4-BE49-F238E27FC236}">
                <a16:creationId xmlns:a16="http://schemas.microsoft.com/office/drawing/2014/main" id="{C90F4468-2B83-CA71-9D65-F3B46BB6AF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4421" y="2314993"/>
            <a:ext cx="2795429" cy="2883705"/>
          </a:xfrm>
          <a:prstGeom prst="rect">
            <a:avLst/>
          </a:prstGeom>
        </p:spPr>
      </p:pic>
      <p:pic>
        <p:nvPicPr>
          <p:cNvPr id="10" name="Picture 9">
            <a:extLst>
              <a:ext uri="{FF2B5EF4-FFF2-40B4-BE49-F238E27FC236}">
                <a16:creationId xmlns:a16="http://schemas.microsoft.com/office/drawing/2014/main" id="{FEBBCBE0-D37A-5F50-E34B-4CB142DB39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54112" y="2314993"/>
            <a:ext cx="4600309" cy="3334215"/>
          </a:xfrm>
          <a:prstGeom prst="rect">
            <a:avLst/>
          </a:prstGeom>
        </p:spPr>
      </p:pic>
      <p:sp>
        <p:nvSpPr>
          <p:cNvPr id="11" name="TextBox 10">
            <a:extLst>
              <a:ext uri="{FF2B5EF4-FFF2-40B4-BE49-F238E27FC236}">
                <a16:creationId xmlns:a16="http://schemas.microsoft.com/office/drawing/2014/main" id="{81DBB105-2FCD-EB31-21C7-34CA31083F65}"/>
              </a:ext>
            </a:extLst>
          </p:cNvPr>
          <p:cNvSpPr txBox="1"/>
          <p:nvPr/>
        </p:nvSpPr>
        <p:spPr>
          <a:xfrm>
            <a:off x="246467" y="2282263"/>
            <a:ext cx="5526044" cy="2031325"/>
          </a:xfrm>
          <a:prstGeom prst="rect">
            <a:avLst/>
          </a:prstGeom>
          <a:noFill/>
        </p:spPr>
        <p:txBody>
          <a:bodyPr wrap="square" rtlCol="0">
            <a:spAutoFit/>
          </a:bodyPr>
          <a:lstStyle/>
          <a:p>
            <a:r>
              <a:rPr lang="en-US" sz="1400" b="1" dirty="0">
                <a:solidFill>
                  <a:schemeClr val="accent4">
                    <a:lumMod val="25000"/>
                  </a:schemeClr>
                </a:solidFill>
              </a:rPr>
              <a:t>Which NN is suitable in our case? </a:t>
            </a:r>
          </a:p>
          <a:p>
            <a:endParaRPr lang="en-US" sz="1400" b="1" dirty="0">
              <a:solidFill>
                <a:schemeClr val="accent4">
                  <a:lumMod val="25000"/>
                </a:schemeClr>
              </a:solidFill>
            </a:endParaRPr>
          </a:p>
          <a:p>
            <a:r>
              <a:rPr lang="en-US" sz="1400" b="1" dirty="0">
                <a:solidFill>
                  <a:schemeClr val="accent4">
                    <a:lumMod val="25000"/>
                  </a:schemeClr>
                </a:solidFill>
              </a:rPr>
              <a:t>Requirements: </a:t>
            </a:r>
          </a:p>
          <a:p>
            <a:pPr marL="800100" lvl="1" indent="-342900">
              <a:buFont typeface="+mj-lt"/>
              <a:buAutoNum type="arabicPeriod"/>
            </a:pPr>
            <a:r>
              <a:rPr lang="en-US" sz="1400" b="1" dirty="0">
                <a:solidFill>
                  <a:srgbClr val="C00000"/>
                </a:solidFill>
              </a:rPr>
              <a:t>Accuracy</a:t>
            </a:r>
            <a:r>
              <a:rPr lang="en-US" sz="1400" b="1" dirty="0">
                <a:solidFill>
                  <a:schemeClr val="accent4">
                    <a:lumMod val="25000"/>
                  </a:schemeClr>
                </a:solidFill>
              </a:rPr>
              <a:t> </a:t>
            </a:r>
          </a:p>
          <a:p>
            <a:pPr marL="800100" lvl="1" indent="-342900">
              <a:buFont typeface="+mj-lt"/>
              <a:buAutoNum type="arabicPeriod"/>
            </a:pPr>
            <a:r>
              <a:rPr lang="en-US" sz="1400" b="1" dirty="0">
                <a:solidFill>
                  <a:schemeClr val="accent4">
                    <a:lumMod val="25000"/>
                  </a:schemeClr>
                </a:solidFill>
              </a:rPr>
              <a:t>Multilingualism </a:t>
            </a:r>
          </a:p>
          <a:p>
            <a:pPr marL="800100" lvl="1" indent="-342900">
              <a:buFont typeface="+mj-lt"/>
              <a:buAutoNum type="arabicPeriod"/>
            </a:pPr>
            <a:endParaRPr lang="en-US" sz="1400" b="1" dirty="0">
              <a:solidFill>
                <a:schemeClr val="accent4">
                  <a:lumMod val="25000"/>
                </a:schemeClr>
              </a:solidFill>
            </a:endParaRPr>
          </a:p>
          <a:p>
            <a:pPr marL="742950" lvl="1" indent="-285750">
              <a:buFont typeface="Arial" panose="020B0604020202020204" pitchFamily="34" charset="0"/>
              <a:buChar char="•"/>
            </a:pPr>
            <a:r>
              <a:rPr lang="en-US" sz="1400" b="1" dirty="0">
                <a:solidFill>
                  <a:srgbClr val="C00000"/>
                </a:solidFill>
              </a:rPr>
              <a:t>Binary Text classification</a:t>
            </a:r>
          </a:p>
          <a:p>
            <a:pPr marL="742950" lvl="1" indent="-285750">
              <a:buFont typeface="Arial" panose="020B0604020202020204" pitchFamily="34" charset="0"/>
              <a:buChar char="•"/>
            </a:pPr>
            <a:endParaRPr lang="en-US" sz="1400" b="1" dirty="0">
              <a:solidFill>
                <a:schemeClr val="accent4">
                  <a:lumMod val="25000"/>
                </a:schemeClr>
              </a:solidFill>
            </a:endParaRPr>
          </a:p>
          <a:p>
            <a:pPr marL="742950" lvl="1" indent="-285750">
              <a:buFont typeface="Arial" panose="020B0604020202020204" pitchFamily="34" charset="0"/>
              <a:buChar char="•"/>
            </a:pPr>
            <a:endParaRPr lang="en-US" sz="1400" b="1" dirty="0">
              <a:solidFill>
                <a:schemeClr val="accent4">
                  <a:lumMod val="25000"/>
                </a:schemeClr>
              </a:solidFill>
            </a:endParaRPr>
          </a:p>
        </p:txBody>
      </p:sp>
      <p:sp>
        <p:nvSpPr>
          <p:cNvPr id="2" name="Rectangle 1">
            <a:extLst>
              <a:ext uri="{FF2B5EF4-FFF2-40B4-BE49-F238E27FC236}">
                <a16:creationId xmlns:a16="http://schemas.microsoft.com/office/drawing/2014/main" id="{DB74C410-BF9B-583C-51EB-EAC2B433A40C}"/>
              </a:ext>
            </a:extLst>
          </p:cNvPr>
          <p:cNvSpPr/>
          <p:nvPr/>
        </p:nvSpPr>
        <p:spPr>
          <a:xfrm>
            <a:off x="7190306" y="2190100"/>
            <a:ext cx="526338" cy="2970684"/>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60C1523-C7AD-4AB6-FDE4-4AB3951DF17C}"/>
              </a:ext>
            </a:extLst>
          </p:cNvPr>
          <p:cNvSpPr txBox="1"/>
          <p:nvPr/>
        </p:nvSpPr>
        <p:spPr>
          <a:xfrm>
            <a:off x="4915705" y="5681938"/>
            <a:ext cx="4889159" cy="307777"/>
          </a:xfrm>
          <a:prstGeom prst="rect">
            <a:avLst/>
          </a:prstGeom>
          <a:noFill/>
        </p:spPr>
        <p:txBody>
          <a:bodyPr wrap="none" rtlCol="0">
            <a:spAutoFit/>
          </a:bodyPr>
          <a:lstStyle/>
          <a:p>
            <a:r>
              <a:rPr lang="en-US" sz="1400" dirty="0">
                <a:solidFill>
                  <a:schemeClr val="accent4">
                    <a:lumMod val="25000"/>
                  </a:schemeClr>
                </a:solidFill>
              </a:rPr>
              <a:t>most important modern NN in NLP (</a:t>
            </a:r>
            <a:r>
              <a:rPr lang="en-US" sz="1400" dirty="0">
                <a:solidFill>
                  <a:schemeClr val="accent4">
                    <a:lumMod val="25000"/>
                  </a:schemeClr>
                </a:solidFill>
                <a:hlinkClick r:id="rId4"/>
              </a:rPr>
              <a:t>Towards Data Science, 2022</a:t>
            </a:r>
            <a:r>
              <a:rPr lang="en-US" sz="1400" dirty="0">
                <a:solidFill>
                  <a:schemeClr val="accent4">
                    <a:lumMod val="25000"/>
                  </a:schemeClr>
                </a:solidFill>
              </a:rPr>
              <a:t>)</a:t>
            </a:r>
          </a:p>
        </p:txBody>
      </p:sp>
      <p:sp>
        <p:nvSpPr>
          <p:cNvPr id="7" name="TextBox 6">
            <a:extLst>
              <a:ext uri="{FF2B5EF4-FFF2-40B4-BE49-F238E27FC236}">
                <a16:creationId xmlns:a16="http://schemas.microsoft.com/office/drawing/2014/main" id="{0FE922B1-306B-F1EF-28E2-7C85CAF61744}"/>
              </a:ext>
            </a:extLst>
          </p:cNvPr>
          <p:cNvSpPr txBox="1"/>
          <p:nvPr/>
        </p:nvSpPr>
        <p:spPr>
          <a:xfrm>
            <a:off x="9952060" y="5630643"/>
            <a:ext cx="2460631" cy="523220"/>
          </a:xfrm>
          <a:prstGeom prst="rect">
            <a:avLst/>
          </a:prstGeom>
          <a:noFill/>
        </p:spPr>
        <p:txBody>
          <a:bodyPr wrap="square" rtlCol="0">
            <a:spAutoFit/>
          </a:bodyPr>
          <a:lstStyle/>
          <a:p>
            <a:r>
              <a:rPr lang="en-US" sz="1400" dirty="0">
                <a:solidFill>
                  <a:schemeClr val="accent4">
                    <a:lumMod val="25000"/>
                  </a:schemeClr>
                </a:solidFill>
              </a:rPr>
              <a:t>mentions of NNs online (</a:t>
            </a:r>
            <a:r>
              <a:rPr lang="en-US" sz="1400" dirty="0">
                <a:solidFill>
                  <a:schemeClr val="accent4">
                    <a:lumMod val="25000"/>
                  </a:schemeClr>
                </a:solidFill>
                <a:hlinkClick r:id="rId4"/>
              </a:rPr>
              <a:t>Towards Data Science, 2022</a:t>
            </a:r>
            <a:r>
              <a:rPr lang="en-US" sz="1400" dirty="0">
                <a:solidFill>
                  <a:schemeClr val="accent4">
                    <a:lumMod val="25000"/>
                  </a:schemeClr>
                </a:solidFill>
              </a:rPr>
              <a:t>)</a:t>
            </a:r>
          </a:p>
        </p:txBody>
      </p:sp>
      <p:sp>
        <p:nvSpPr>
          <p:cNvPr id="8" name="TextBox 7">
            <a:extLst>
              <a:ext uri="{FF2B5EF4-FFF2-40B4-BE49-F238E27FC236}">
                <a16:creationId xmlns:a16="http://schemas.microsoft.com/office/drawing/2014/main" id="{F3B19B0E-DA25-12F1-D82C-FB58769CE8D1}"/>
              </a:ext>
            </a:extLst>
          </p:cNvPr>
          <p:cNvSpPr txBox="1"/>
          <p:nvPr/>
        </p:nvSpPr>
        <p:spPr>
          <a:xfrm>
            <a:off x="179195" y="4464948"/>
            <a:ext cx="4415882" cy="1200329"/>
          </a:xfrm>
          <a:prstGeom prst="rect">
            <a:avLst/>
          </a:prstGeom>
          <a:noFill/>
        </p:spPr>
        <p:txBody>
          <a:bodyPr wrap="square" rtlCol="0">
            <a:spAutoFit/>
          </a:bodyPr>
          <a:lstStyle/>
          <a:p>
            <a:r>
              <a:rPr lang="en-US" sz="1200" dirty="0">
                <a:solidFill>
                  <a:schemeClr val="accent4">
                    <a:lumMod val="25000"/>
                  </a:schemeClr>
                </a:solidFill>
              </a:rPr>
              <a:t>To get an impression on which models are most frequently used in NLP and text classification, see their specifications and mentions on the right. By far, the open-sourced BERT (</a:t>
            </a:r>
            <a:r>
              <a:rPr lang="en-US" sz="1200" i="1" dirty="0">
                <a:solidFill>
                  <a:schemeClr val="accent4">
                    <a:lumMod val="25000"/>
                  </a:schemeClr>
                </a:solidFill>
              </a:rPr>
              <a:t>Bidirectional Transformers for Language Understanding</a:t>
            </a:r>
            <a:r>
              <a:rPr lang="en-US" sz="1200" dirty="0">
                <a:solidFill>
                  <a:schemeClr val="accent4">
                    <a:lumMod val="25000"/>
                  </a:schemeClr>
                </a:solidFill>
              </a:rPr>
              <a:t>,</a:t>
            </a:r>
            <a:r>
              <a:rPr lang="en-US" sz="1200" i="1" dirty="0">
                <a:solidFill>
                  <a:schemeClr val="accent4">
                    <a:lumMod val="25000"/>
                  </a:schemeClr>
                </a:solidFill>
              </a:rPr>
              <a:t> 2019</a:t>
            </a:r>
            <a:r>
              <a:rPr lang="en-US" sz="1200" dirty="0">
                <a:solidFill>
                  <a:schemeClr val="accent4">
                    <a:lumMod val="25000"/>
                  </a:schemeClr>
                </a:solidFill>
              </a:rPr>
              <a:t> - 128489 citations) by Google AI and all its adaptations (most prominently </a:t>
            </a:r>
            <a:r>
              <a:rPr lang="en-US" sz="1200" dirty="0" err="1">
                <a:solidFill>
                  <a:schemeClr val="accent4">
                    <a:lumMod val="25000"/>
                  </a:schemeClr>
                </a:solidFill>
              </a:rPr>
              <a:t>RoBERTa</a:t>
            </a:r>
            <a:r>
              <a:rPr lang="en-US" sz="1200" dirty="0">
                <a:solidFill>
                  <a:schemeClr val="accent4">
                    <a:lumMod val="25000"/>
                  </a:schemeClr>
                </a:solidFill>
              </a:rPr>
              <a:t>, </a:t>
            </a:r>
            <a:r>
              <a:rPr lang="en-US" sz="1200" dirty="0" err="1">
                <a:solidFill>
                  <a:schemeClr val="accent4">
                    <a:lumMod val="25000"/>
                  </a:schemeClr>
                </a:solidFill>
              </a:rPr>
              <a:t>DistilBERT</a:t>
            </a:r>
            <a:r>
              <a:rPr lang="en-US" sz="1200" dirty="0">
                <a:solidFill>
                  <a:schemeClr val="accent4">
                    <a:lumMod val="25000"/>
                  </a:schemeClr>
                </a:solidFill>
              </a:rPr>
              <a:t>, </a:t>
            </a:r>
            <a:r>
              <a:rPr lang="en-US" sz="1200" dirty="0" err="1">
                <a:solidFill>
                  <a:schemeClr val="accent4">
                    <a:lumMod val="25000"/>
                  </a:schemeClr>
                </a:solidFill>
              </a:rPr>
              <a:t>mBERT</a:t>
            </a:r>
            <a:r>
              <a:rPr lang="en-US" sz="1200" dirty="0">
                <a:solidFill>
                  <a:schemeClr val="accent4">
                    <a:lumMod val="25000"/>
                  </a:schemeClr>
                </a:solidFill>
              </a:rPr>
              <a:t>) are by far the most studied NNs for NLP in the literature.  </a:t>
            </a:r>
          </a:p>
        </p:txBody>
      </p:sp>
    </p:spTree>
    <p:extLst>
      <p:ext uri="{BB962C8B-B14F-4D97-AF65-F5344CB8AC3E}">
        <p14:creationId xmlns:p14="http://schemas.microsoft.com/office/powerpoint/2010/main" val="3861081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F0406-BA86-C543-29BF-7D92556907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ABC0371-DB77-47A8-313D-6934F450B944}"/>
              </a:ext>
            </a:extLst>
          </p:cNvPr>
          <p:cNvSpPr>
            <a:spLocks noGrp="1"/>
          </p:cNvSpPr>
          <p:nvPr>
            <p:ph type="title"/>
          </p:nvPr>
        </p:nvSpPr>
        <p:spPr/>
        <p:txBody>
          <a:bodyPr/>
          <a:lstStyle/>
          <a:p>
            <a:r>
              <a:rPr lang="en-US" dirty="0"/>
              <a:t>4. Methodology Proposal </a:t>
            </a:r>
          </a:p>
        </p:txBody>
      </p:sp>
      <p:sp>
        <p:nvSpPr>
          <p:cNvPr id="11" name="TextBox 10">
            <a:extLst>
              <a:ext uri="{FF2B5EF4-FFF2-40B4-BE49-F238E27FC236}">
                <a16:creationId xmlns:a16="http://schemas.microsoft.com/office/drawing/2014/main" id="{AE8F53F1-E2A6-EAC5-CF54-5ABBA6CFCE32}"/>
              </a:ext>
            </a:extLst>
          </p:cNvPr>
          <p:cNvSpPr txBox="1"/>
          <p:nvPr/>
        </p:nvSpPr>
        <p:spPr>
          <a:xfrm>
            <a:off x="246467" y="2282263"/>
            <a:ext cx="5526044" cy="2031325"/>
          </a:xfrm>
          <a:prstGeom prst="rect">
            <a:avLst/>
          </a:prstGeom>
          <a:noFill/>
        </p:spPr>
        <p:txBody>
          <a:bodyPr wrap="square" rtlCol="0">
            <a:spAutoFit/>
          </a:bodyPr>
          <a:lstStyle/>
          <a:p>
            <a:r>
              <a:rPr lang="en-US" sz="1400" b="1" dirty="0">
                <a:solidFill>
                  <a:schemeClr val="accent4">
                    <a:lumMod val="25000"/>
                  </a:schemeClr>
                </a:solidFill>
              </a:rPr>
              <a:t>Which NN is suitable in a multilingual setting? </a:t>
            </a:r>
          </a:p>
          <a:p>
            <a:endParaRPr lang="en-US" sz="1400" b="1" dirty="0">
              <a:solidFill>
                <a:schemeClr val="accent4">
                  <a:lumMod val="25000"/>
                </a:schemeClr>
              </a:solidFill>
            </a:endParaRPr>
          </a:p>
          <a:p>
            <a:r>
              <a:rPr lang="en-US" sz="1400" b="1" dirty="0">
                <a:solidFill>
                  <a:schemeClr val="accent4">
                    <a:lumMod val="25000"/>
                  </a:schemeClr>
                </a:solidFill>
              </a:rPr>
              <a:t>Requirements: </a:t>
            </a:r>
          </a:p>
          <a:p>
            <a:pPr marL="800100" lvl="1" indent="-342900">
              <a:buFont typeface="+mj-lt"/>
              <a:buAutoNum type="arabicPeriod"/>
            </a:pPr>
            <a:r>
              <a:rPr lang="en-US" sz="1400" b="1" dirty="0">
                <a:solidFill>
                  <a:schemeClr val="accent4">
                    <a:lumMod val="25000"/>
                  </a:schemeClr>
                </a:solidFill>
              </a:rPr>
              <a:t>Accuracy </a:t>
            </a:r>
          </a:p>
          <a:p>
            <a:pPr marL="800100" lvl="1" indent="-342900">
              <a:buFont typeface="+mj-lt"/>
              <a:buAutoNum type="arabicPeriod"/>
            </a:pPr>
            <a:r>
              <a:rPr lang="en-US" sz="1400" b="1" dirty="0">
                <a:solidFill>
                  <a:srgbClr val="C00000"/>
                </a:solidFill>
              </a:rPr>
              <a:t>Multilingualism</a:t>
            </a:r>
            <a:r>
              <a:rPr lang="en-US" sz="1400" b="1" dirty="0">
                <a:solidFill>
                  <a:schemeClr val="accent4">
                    <a:lumMod val="25000"/>
                  </a:schemeClr>
                </a:solidFill>
              </a:rPr>
              <a:t> </a:t>
            </a:r>
          </a:p>
          <a:p>
            <a:pPr marL="800100" lvl="1" indent="-342900">
              <a:buFont typeface="+mj-lt"/>
              <a:buAutoNum type="arabicPeriod"/>
            </a:pPr>
            <a:endParaRPr lang="en-US" sz="1400" b="1" dirty="0">
              <a:solidFill>
                <a:schemeClr val="accent4">
                  <a:lumMod val="25000"/>
                </a:schemeClr>
              </a:solidFill>
            </a:endParaRPr>
          </a:p>
          <a:p>
            <a:pPr marL="742950" lvl="1" indent="-285750">
              <a:buFont typeface="Arial" panose="020B0604020202020204" pitchFamily="34" charset="0"/>
              <a:buChar char="•"/>
            </a:pPr>
            <a:r>
              <a:rPr lang="en-US" sz="1400" b="1" dirty="0">
                <a:solidFill>
                  <a:schemeClr val="accent4">
                    <a:lumMod val="25000"/>
                  </a:schemeClr>
                </a:solidFill>
              </a:rPr>
              <a:t>Binary Text classification</a:t>
            </a:r>
          </a:p>
          <a:p>
            <a:pPr marL="742950" lvl="1" indent="-285750">
              <a:buFont typeface="Arial" panose="020B0604020202020204" pitchFamily="34" charset="0"/>
              <a:buChar char="•"/>
            </a:pPr>
            <a:endParaRPr lang="en-US" sz="1400" b="1" dirty="0">
              <a:solidFill>
                <a:schemeClr val="accent4">
                  <a:lumMod val="25000"/>
                </a:schemeClr>
              </a:solidFill>
            </a:endParaRPr>
          </a:p>
          <a:p>
            <a:pPr marL="742950" lvl="1" indent="-285750">
              <a:buFont typeface="Arial" panose="020B0604020202020204" pitchFamily="34" charset="0"/>
              <a:buChar char="•"/>
            </a:pPr>
            <a:endParaRPr lang="en-US" sz="1400" b="1" dirty="0">
              <a:solidFill>
                <a:schemeClr val="accent4">
                  <a:lumMod val="25000"/>
                </a:schemeClr>
              </a:solidFill>
            </a:endParaRPr>
          </a:p>
        </p:txBody>
      </p:sp>
      <p:sp>
        <p:nvSpPr>
          <p:cNvPr id="8" name="TextBox 7">
            <a:extLst>
              <a:ext uri="{FF2B5EF4-FFF2-40B4-BE49-F238E27FC236}">
                <a16:creationId xmlns:a16="http://schemas.microsoft.com/office/drawing/2014/main" id="{F52275F6-553A-027B-6010-51F33FF38F1F}"/>
              </a:ext>
            </a:extLst>
          </p:cNvPr>
          <p:cNvSpPr txBox="1"/>
          <p:nvPr/>
        </p:nvSpPr>
        <p:spPr>
          <a:xfrm>
            <a:off x="4635587" y="2750615"/>
            <a:ext cx="6217145" cy="2677656"/>
          </a:xfrm>
          <a:prstGeom prst="rect">
            <a:avLst/>
          </a:prstGeom>
          <a:noFill/>
        </p:spPr>
        <p:txBody>
          <a:bodyPr wrap="square" rtlCol="0">
            <a:spAutoFit/>
          </a:bodyPr>
          <a:lstStyle/>
          <a:p>
            <a:r>
              <a:rPr lang="en-US" sz="1200" dirty="0">
                <a:solidFill>
                  <a:schemeClr val="accent4">
                    <a:lumMod val="25000"/>
                  </a:schemeClr>
                </a:solidFill>
              </a:rPr>
              <a:t>From BERT, there are namely two adaptations that are tailor-made for multilingual data: </a:t>
            </a:r>
          </a:p>
          <a:p>
            <a:r>
              <a:rPr lang="en-US" sz="1200" dirty="0">
                <a:solidFill>
                  <a:schemeClr val="accent4">
                    <a:lumMod val="25000"/>
                  </a:schemeClr>
                </a:solidFill>
              </a:rPr>
              <a:t>	</a:t>
            </a:r>
            <a:r>
              <a:rPr lang="en-US" sz="1200" b="1" dirty="0">
                <a:solidFill>
                  <a:schemeClr val="accent4">
                    <a:lumMod val="25000"/>
                  </a:schemeClr>
                </a:solidFill>
              </a:rPr>
              <a:t>1. </a:t>
            </a:r>
            <a:r>
              <a:rPr lang="en-US" sz="1200" b="1" dirty="0">
                <a:solidFill>
                  <a:schemeClr val="accent4">
                    <a:lumMod val="25000"/>
                  </a:schemeClr>
                </a:solidFill>
                <a:hlinkClick r:id="rId2"/>
              </a:rPr>
              <a:t>multilingual BERT</a:t>
            </a:r>
            <a:r>
              <a:rPr lang="en-US" sz="1200" b="1" dirty="0">
                <a:solidFill>
                  <a:schemeClr val="accent4">
                    <a:lumMod val="25000"/>
                  </a:schemeClr>
                </a:solidFill>
              </a:rPr>
              <a:t> (</a:t>
            </a:r>
            <a:r>
              <a:rPr lang="en-US" sz="1200" b="1" dirty="0" err="1">
                <a:solidFill>
                  <a:schemeClr val="accent4">
                    <a:lumMod val="25000"/>
                  </a:schemeClr>
                </a:solidFill>
              </a:rPr>
              <a:t>mBert</a:t>
            </a:r>
            <a:r>
              <a:rPr lang="en-US" sz="1200" b="1" dirty="0">
                <a:solidFill>
                  <a:schemeClr val="accent4">
                    <a:lumMod val="25000"/>
                  </a:schemeClr>
                </a:solidFill>
              </a:rPr>
              <a:t>): </a:t>
            </a:r>
            <a:r>
              <a:rPr lang="en-US" sz="1200" dirty="0">
                <a:solidFill>
                  <a:schemeClr val="accent4">
                    <a:lumMod val="25000"/>
                  </a:schemeClr>
                </a:solidFill>
              </a:rPr>
              <a:t>trained on the entire Wikipedia of the 104 		most utilized languages, it reaches almost the </a:t>
            </a:r>
            <a:r>
              <a:rPr lang="en-US" sz="1200" dirty="0">
                <a:solidFill>
                  <a:schemeClr val="accent4">
                    <a:lumMod val="25000"/>
                  </a:schemeClr>
                </a:solidFill>
                <a:hlinkClick r:id="rId3"/>
              </a:rPr>
              <a:t>accuracy as single language models</a:t>
            </a:r>
            <a:endParaRPr lang="en-US" sz="1200" b="1" dirty="0">
              <a:solidFill>
                <a:schemeClr val="accent4">
                  <a:lumMod val="25000"/>
                </a:schemeClr>
              </a:solidFill>
            </a:endParaRPr>
          </a:p>
          <a:p>
            <a:r>
              <a:rPr lang="en-US" sz="1200" b="1" dirty="0">
                <a:solidFill>
                  <a:schemeClr val="accent4">
                    <a:lumMod val="25000"/>
                  </a:schemeClr>
                </a:solidFill>
              </a:rPr>
              <a:t>	2. </a:t>
            </a:r>
            <a:r>
              <a:rPr lang="en-US" sz="1200" b="1" dirty="0">
                <a:solidFill>
                  <a:schemeClr val="accent4">
                    <a:lumMod val="25000"/>
                  </a:schemeClr>
                </a:solidFill>
                <a:hlinkClick r:id="rId4"/>
              </a:rPr>
              <a:t>XLM-</a:t>
            </a:r>
            <a:r>
              <a:rPr lang="en-US" sz="1200" b="1" dirty="0" err="1">
                <a:solidFill>
                  <a:schemeClr val="accent4">
                    <a:lumMod val="25000"/>
                  </a:schemeClr>
                </a:solidFill>
                <a:hlinkClick r:id="rId4"/>
              </a:rPr>
              <a:t>RoBERTa</a:t>
            </a:r>
            <a:r>
              <a:rPr lang="en-US" sz="1200" b="1" dirty="0">
                <a:solidFill>
                  <a:schemeClr val="accent4">
                    <a:lumMod val="25000"/>
                  </a:schemeClr>
                </a:solidFill>
              </a:rPr>
              <a:t> (XLM-R): </a:t>
            </a:r>
            <a:r>
              <a:rPr lang="en-US" sz="1200" dirty="0">
                <a:solidFill>
                  <a:schemeClr val="accent4">
                    <a:lumMod val="25000"/>
                  </a:schemeClr>
                </a:solidFill>
              </a:rPr>
              <a:t>adaptation by Meta AI, in addition to Wikipedia training 	data, trained additionally on common crawl data of the internet and outperforms 	</a:t>
            </a:r>
            <a:r>
              <a:rPr lang="en-US" sz="1200" dirty="0" err="1">
                <a:solidFill>
                  <a:schemeClr val="accent4">
                    <a:lumMod val="25000"/>
                  </a:schemeClr>
                </a:solidFill>
              </a:rPr>
              <a:t>mBERT</a:t>
            </a:r>
            <a:r>
              <a:rPr lang="en-US" sz="1200" dirty="0">
                <a:solidFill>
                  <a:schemeClr val="accent4">
                    <a:lumMod val="25000"/>
                  </a:schemeClr>
                </a:solidFill>
              </a:rPr>
              <a:t> especially on low-resource languages</a:t>
            </a:r>
          </a:p>
          <a:p>
            <a:endParaRPr lang="en-US" sz="1200" dirty="0">
              <a:solidFill>
                <a:schemeClr val="accent4">
                  <a:lumMod val="25000"/>
                </a:schemeClr>
              </a:solidFill>
            </a:endParaRPr>
          </a:p>
          <a:p>
            <a:r>
              <a:rPr lang="en-US" sz="1200" dirty="0">
                <a:solidFill>
                  <a:schemeClr val="accent4">
                    <a:lumMod val="25000"/>
                  </a:schemeClr>
                </a:solidFill>
              </a:rPr>
              <a:t>In our case, as it is a simple binary text classification task mostly in English with a large training set available, both will likely perform equally well. Either both can be tested, or the XLM-R can be chosen due to its performance on low-resource languages. For more information on their performance comparison, see </a:t>
            </a:r>
            <a:r>
              <a:rPr lang="en-US" sz="1200" dirty="0">
                <a:solidFill>
                  <a:schemeClr val="accent4">
                    <a:lumMod val="25000"/>
                  </a:schemeClr>
                </a:solidFill>
                <a:hlinkClick r:id="rId5"/>
              </a:rPr>
              <a:t>original XLM-R paper</a:t>
            </a:r>
            <a:r>
              <a:rPr lang="en-US" sz="1200" dirty="0">
                <a:solidFill>
                  <a:schemeClr val="accent4">
                    <a:lumMod val="25000"/>
                  </a:schemeClr>
                </a:solidFill>
              </a:rPr>
              <a:t>, as well as an </a:t>
            </a:r>
            <a:r>
              <a:rPr lang="en-US" sz="1200" dirty="0">
                <a:solidFill>
                  <a:schemeClr val="accent4">
                    <a:lumMod val="25000"/>
                  </a:schemeClr>
                </a:solidFill>
                <a:hlinkClick r:id="rId6"/>
              </a:rPr>
              <a:t>evaluation paper by Google</a:t>
            </a:r>
            <a:r>
              <a:rPr lang="en-US" sz="1200" dirty="0">
                <a:solidFill>
                  <a:schemeClr val="accent4">
                    <a:lumMod val="25000"/>
                  </a:schemeClr>
                </a:solidFill>
              </a:rPr>
              <a:t>.</a:t>
            </a:r>
          </a:p>
          <a:p>
            <a:endParaRPr lang="en-US" sz="1200" dirty="0">
              <a:solidFill>
                <a:schemeClr val="accent4">
                  <a:lumMod val="25000"/>
                </a:schemeClr>
              </a:solidFill>
            </a:endParaRPr>
          </a:p>
          <a:p>
            <a:r>
              <a:rPr lang="en-US" sz="1200" dirty="0">
                <a:solidFill>
                  <a:schemeClr val="accent4">
                    <a:lumMod val="25000"/>
                  </a:schemeClr>
                </a:solidFill>
              </a:rPr>
              <a:t>Both are easily available trough the Hugging Face API in the form of its </a:t>
            </a:r>
            <a:r>
              <a:rPr lang="en-US" sz="1200" i="1" dirty="0">
                <a:solidFill>
                  <a:schemeClr val="accent4">
                    <a:lumMod val="25000"/>
                  </a:schemeClr>
                </a:solidFill>
              </a:rPr>
              <a:t>transformers </a:t>
            </a:r>
            <a:r>
              <a:rPr lang="en-US" sz="1200" dirty="0">
                <a:solidFill>
                  <a:schemeClr val="accent4">
                    <a:lumMod val="25000"/>
                  </a:schemeClr>
                </a:solidFill>
              </a:rPr>
              <a:t>library, which is very easy to use and deploy.</a:t>
            </a:r>
            <a:endParaRPr lang="en-US" sz="1200" i="1" dirty="0">
              <a:solidFill>
                <a:schemeClr val="accent4">
                  <a:lumMod val="25000"/>
                </a:schemeClr>
              </a:solidFill>
            </a:endParaRPr>
          </a:p>
        </p:txBody>
      </p:sp>
    </p:spTree>
    <p:extLst>
      <p:ext uri="{BB962C8B-B14F-4D97-AF65-F5344CB8AC3E}">
        <p14:creationId xmlns:p14="http://schemas.microsoft.com/office/powerpoint/2010/main" val="4242680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F0E74-86D8-AD96-9851-FFCB5C7C2EB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D7B2976-03AF-CEB4-F939-1383F0BCDE29}"/>
              </a:ext>
            </a:extLst>
          </p:cNvPr>
          <p:cNvSpPr>
            <a:spLocks noGrp="1"/>
          </p:cNvSpPr>
          <p:nvPr>
            <p:ph type="title"/>
          </p:nvPr>
        </p:nvSpPr>
        <p:spPr/>
        <p:txBody>
          <a:bodyPr/>
          <a:lstStyle/>
          <a:p>
            <a:r>
              <a:rPr lang="en-US" dirty="0"/>
              <a:t>4. Methodology Proposal </a:t>
            </a:r>
          </a:p>
        </p:txBody>
      </p:sp>
      <p:sp>
        <p:nvSpPr>
          <p:cNvPr id="8" name="Rectangle 7">
            <a:extLst>
              <a:ext uri="{FF2B5EF4-FFF2-40B4-BE49-F238E27FC236}">
                <a16:creationId xmlns:a16="http://schemas.microsoft.com/office/drawing/2014/main" id="{79053868-6FEB-8D5D-0E09-A21F054F4B3F}"/>
              </a:ext>
            </a:extLst>
          </p:cNvPr>
          <p:cNvSpPr/>
          <p:nvPr/>
        </p:nvSpPr>
        <p:spPr>
          <a:xfrm>
            <a:off x="4502838" y="2184999"/>
            <a:ext cx="3353136" cy="1679078"/>
          </a:xfrm>
          <a:prstGeom prst="rect">
            <a:avLst/>
          </a:prstGeom>
          <a:solidFill>
            <a:schemeClr val="accent5">
              <a:lumMod val="85000"/>
            </a:schemeClr>
          </a:solidFill>
          <a:ln>
            <a:solidFill>
              <a:schemeClr val="accent5">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79D6047-A416-8A8C-4EED-6B309DA7E165}"/>
              </a:ext>
            </a:extLst>
          </p:cNvPr>
          <p:cNvSpPr/>
          <p:nvPr/>
        </p:nvSpPr>
        <p:spPr>
          <a:xfrm>
            <a:off x="4064967" y="4540768"/>
            <a:ext cx="1126465" cy="1679079"/>
          </a:xfrm>
          <a:prstGeom prst="rect">
            <a:avLst/>
          </a:prstGeom>
          <a:solidFill>
            <a:schemeClr val="accent5">
              <a:lumMod val="85000"/>
            </a:schemeClr>
          </a:solidFill>
          <a:ln>
            <a:solidFill>
              <a:schemeClr val="accent5">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742C34B-5483-278D-EA38-FB2F6363F2A0}"/>
              </a:ext>
            </a:extLst>
          </p:cNvPr>
          <p:cNvSpPr/>
          <p:nvPr/>
        </p:nvSpPr>
        <p:spPr>
          <a:xfrm>
            <a:off x="7384027" y="4527786"/>
            <a:ext cx="2182760" cy="1679078"/>
          </a:xfrm>
          <a:prstGeom prst="rect">
            <a:avLst/>
          </a:prstGeom>
          <a:solidFill>
            <a:schemeClr val="accent5">
              <a:lumMod val="85000"/>
            </a:schemeClr>
          </a:solidFill>
          <a:ln>
            <a:solidFill>
              <a:schemeClr val="accent5">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3672BF63-D690-A08E-53AB-ED27F2649204}"/>
              </a:ext>
            </a:extLst>
          </p:cNvPr>
          <p:cNvCxnSpPr/>
          <p:nvPr/>
        </p:nvCxnSpPr>
        <p:spPr>
          <a:xfrm>
            <a:off x="5594555" y="2184999"/>
            <a:ext cx="0" cy="167907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C060610-35D2-95DD-A3D9-6488FC65409E}"/>
              </a:ext>
            </a:extLst>
          </p:cNvPr>
          <p:cNvSpPr txBox="1"/>
          <p:nvPr/>
        </p:nvSpPr>
        <p:spPr>
          <a:xfrm>
            <a:off x="2124727" y="4553907"/>
            <a:ext cx="1848534" cy="646331"/>
          </a:xfrm>
          <a:prstGeom prst="rect">
            <a:avLst/>
          </a:prstGeom>
          <a:noFill/>
        </p:spPr>
        <p:txBody>
          <a:bodyPr wrap="square" rtlCol="0">
            <a:spAutoFit/>
          </a:bodyPr>
          <a:lstStyle/>
          <a:p>
            <a:r>
              <a:rPr lang="en-US" b="1" dirty="0">
                <a:solidFill>
                  <a:schemeClr val="accent2"/>
                </a:solidFill>
              </a:rPr>
              <a:t>Robust positively marked set</a:t>
            </a:r>
          </a:p>
        </p:txBody>
      </p:sp>
      <p:sp>
        <p:nvSpPr>
          <p:cNvPr id="14" name="TextBox 13">
            <a:extLst>
              <a:ext uri="{FF2B5EF4-FFF2-40B4-BE49-F238E27FC236}">
                <a16:creationId xmlns:a16="http://schemas.microsoft.com/office/drawing/2014/main" id="{123CF555-F3DC-65D7-6DBE-0B485AA030D8}"/>
              </a:ext>
            </a:extLst>
          </p:cNvPr>
          <p:cNvSpPr txBox="1"/>
          <p:nvPr/>
        </p:nvSpPr>
        <p:spPr>
          <a:xfrm>
            <a:off x="4522502" y="2548942"/>
            <a:ext cx="1526858" cy="646331"/>
          </a:xfrm>
          <a:prstGeom prst="rect">
            <a:avLst/>
          </a:prstGeom>
          <a:noFill/>
        </p:spPr>
        <p:txBody>
          <a:bodyPr wrap="square" rtlCol="0">
            <a:spAutoFit/>
          </a:bodyPr>
          <a:lstStyle/>
          <a:p>
            <a:r>
              <a:rPr lang="en-US" dirty="0">
                <a:solidFill>
                  <a:schemeClr val="accent2"/>
                </a:solidFill>
              </a:rPr>
              <a:t>statistical projects</a:t>
            </a:r>
          </a:p>
        </p:txBody>
      </p:sp>
      <p:sp>
        <p:nvSpPr>
          <p:cNvPr id="15" name="TextBox 14">
            <a:extLst>
              <a:ext uri="{FF2B5EF4-FFF2-40B4-BE49-F238E27FC236}">
                <a16:creationId xmlns:a16="http://schemas.microsoft.com/office/drawing/2014/main" id="{82E7422E-8225-B3D8-5319-FE511EE48F40}"/>
              </a:ext>
            </a:extLst>
          </p:cNvPr>
          <p:cNvSpPr txBox="1"/>
          <p:nvPr/>
        </p:nvSpPr>
        <p:spPr>
          <a:xfrm>
            <a:off x="6556518" y="2759911"/>
            <a:ext cx="1526858" cy="369332"/>
          </a:xfrm>
          <a:prstGeom prst="rect">
            <a:avLst/>
          </a:prstGeom>
          <a:noFill/>
        </p:spPr>
        <p:txBody>
          <a:bodyPr wrap="square" rtlCol="0">
            <a:spAutoFit/>
          </a:bodyPr>
          <a:lstStyle/>
          <a:p>
            <a:r>
              <a:rPr lang="en-US" dirty="0">
                <a:solidFill>
                  <a:schemeClr val="accent2"/>
                </a:solidFill>
              </a:rPr>
              <a:t>?</a:t>
            </a:r>
          </a:p>
        </p:txBody>
      </p:sp>
      <p:sp>
        <p:nvSpPr>
          <p:cNvPr id="16" name="TextBox 15">
            <a:extLst>
              <a:ext uri="{FF2B5EF4-FFF2-40B4-BE49-F238E27FC236}">
                <a16:creationId xmlns:a16="http://schemas.microsoft.com/office/drawing/2014/main" id="{1A45F6B2-648D-98E9-DC94-85D185AEFFA4}"/>
              </a:ext>
            </a:extLst>
          </p:cNvPr>
          <p:cNvSpPr txBox="1"/>
          <p:nvPr/>
        </p:nvSpPr>
        <p:spPr>
          <a:xfrm>
            <a:off x="7893875" y="5195835"/>
            <a:ext cx="1526858" cy="369332"/>
          </a:xfrm>
          <a:prstGeom prst="rect">
            <a:avLst/>
          </a:prstGeom>
          <a:noFill/>
        </p:spPr>
        <p:txBody>
          <a:bodyPr wrap="square" rtlCol="0">
            <a:spAutoFit/>
          </a:bodyPr>
          <a:lstStyle/>
          <a:p>
            <a:r>
              <a:rPr lang="en-US" dirty="0">
                <a:solidFill>
                  <a:schemeClr val="accent2"/>
                </a:solidFill>
              </a:rPr>
              <a:t>?</a:t>
            </a:r>
          </a:p>
        </p:txBody>
      </p:sp>
      <p:sp>
        <p:nvSpPr>
          <p:cNvPr id="17" name="TextBox 16">
            <a:extLst>
              <a:ext uri="{FF2B5EF4-FFF2-40B4-BE49-F238E27FC236}">
                <a16:creationId xmlns:a16="http://schemas.microsoft.com/office/drawing/2014/main" id="{6BFB88E0-1608-83DF-3D65-AE73BD43A8C4}"/>
              </a:ext>
            </a:extLst>
          </p:cNvPr>
          <p:cNvSpPr txBox="1"/>
          <p:nvPr/>
        </p:nvSpPr>
        <p:spPr>
          <a:xfrm>
            <a:off x="4119315" y="4944911"/>
            <a:ext cx="1526858" cy="646331"/>
          </a:xfrm>
          <a:prstGeom prst="rect">
            <a:avLst/>
          </a:prstGeom>
          <a:noFill/>
        </p:spPr>
        <p:txBody>
          <a:bodyPr wrap="square" rtlCol="0">
            <a:spAutoFit/>
          </a:bodyPr>
          <a:lstStyle/>
          <a:p>
            <a:r>
              <a:rPr lang="en-US" dirty="0">
                <a:solidFill>
                  <a:schemeClr val="accent2"/>
                </a:solidFill>
              </a:rPr>
              <a:t>statistical projects</a:t>
            </a:r>
          </a:p>
        </p:txBody>
      </p:sp>
      <p:cxnSp>
        <p:nvCxnSpPr>
          <p:cNvPr id="18" name="Straight Connector 17">
            <a:extLst>
              <a:ext uri="{FF2B5EF4-FFF2-40B4-BE49-F238E27FC236}">
                <a16:creationId xmlns:a16="http://schemas.microsoft.com/office/drawing/2014/main" id="{C380DBF2-439D-9AD3-A9E2-3859674A8500}"/>
              </a:ext>
            </a:extLst>
          </p:cNvPr>
          <p:cNvCxnSpPr/>
          <p:nvPr/>
        </p:nvCxnSpPr>
        <p:spPr>
          <a:xfrm>
            <a:off x="8657304" y="4540962"/>
            <a:ext cx="0" cy="167907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88D2C8A-D631-AD00-E2E7-BCBF87F2FF98}"/>
              </a:ext>
            </a:extLst>
          </p:cNvPr>
          <p:cNvSpPr txBox="1"/>
          <p:nvPr/>
        </p:nvSpPr>
        <p:spPr>
          <a:xfrm>
            <a:off x="8662690" y="5044159"/>
            <a:ext cx="1526858" cy="646331"/>
          </a:xfrm>
          <a:prstGeom prst="rect">
            <a:avLst/>
          </a:prstGeom>
          <a:noFill/>
        </p:spPr>
        <p:txBody>
          <a:bodyPr wrap="square" rtlCol="0">
            <a:spAutoFit/>
          </a:bodyPr>
          <a:lstStyle/>
          <a:p>
            <a:r>
              <a:rPr lang="en-US" dirty="0">
                <a:solidFill>
                  <a:schemeClr val="accent2"/>
                </a:solidFill>
              </a:rPr>
              <a:t>non-stat projects</a:t>
            </a:r>
          </a:p>
        </p:txBody>
      </p:sp>
      <p:cxnSp>
        <p:nvCxnSpPr>
          <p:cNvPr id="21" name="Straight Arrow Connector 20">
            <a:extLst>
              <a:ext uri="{FF2B5EF4-FFF2-40B4-BE49-F238E27FC236}">
                <a16:creationId xmlns:a16="http://schemas.microsoft.com/office/drawing/2014/main" id="{A5F21BEE-8D3A-203D-E368-AED705704F97}"/>
              </a:ext>
            </a:extLst>
          </p:cNvPr>
          <p:cNvCxnSpPr/>
          <p:nvPr/>
        </p:nvCxnSpPr>
        <p:spPr>
          <a:xfrm flipH="1">
            <a:off x="4628199" y="4001729"/>
            <a:ext cx="337091" cy="36379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B8B655C-1805-000E-8D90-E9EAAA5B92DF}"/>
              </a:ext>
            </a:extLst>
          </p:cNvPr>
          <p:cNvCxnSpPr>
            <a:cxnSpLocks/>
          </p:cNvCxnSpPr>
          <p:nvPr/>
        </p:nvCxnSpPr>
        <p:spPr>
          <a:xfrm>
            <a:off x="7226712" y="4013148"/>
            <a:ext cx="1248695" cy="3893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E92FC2F8-FE6C-7850-D105-D14160D3FE55}"/>
              </a:ext>
            </a:extLst>
          </p:cNvPr>
          <p:cNvSpPr txBox="1"/>
          <p:nvPr/>
        </p:nvSpPr>
        <p:spPr>
          <a:xfrm>
            <a:off x="9748684" y="4553906"/>
            <a:ext cx="2182760" cy="646331"/>
          </a:xfrm>
          <a:prstGeom prst="rect">
            <a:avLst/>
          </a:prstGeom>
          <a:noFill/>
        </p:spPr>
        <p:txBody>
          <a:bodyPr wrap="square" rtlCol="0">
            <a:spAutoFit/>
          </a:bodyPr>
          <a:lstStyle/>
          <a:p>
            <a:r>
              <a:rPr lang="en-US" b="1" dirty="0">
                <a:solidFill>
                  <a:schemeClr val="accent2"/>
                </a:solidFill>
              </a:rPr>
              <a:t>Rest combination non-stat &amp; ?</a:t>
            </a:r>
          </a:p>
        </p:txBody>
      </p:sp>
      <p:sp>
        <p:nvSpPr>
          <p:cNvPr id="2" name="TextBox 1">
            <a:extLst>
              <a:ext uri="{FF2B5EF4-FFF2-40B4-BE49-F238E27FC236}">
                <a16:creationId xmlns:a16="http://schemas.microsoft.com/office/drawing/2014/main" id="{5DCA0BA7-D944-AB23-68FC-39695DA2AD69}"/>
              </a:ext>
            </a:extLst>
          </p:cNvPr>
          <p:cNvSpPr txBox="1"/>
          <p:nvPr/>
        </p:nvSpPr>
        <p:spPr>
          <a:xfrm>
            <a:off x="3437397" y="3941119"/>
            <a:ext cx="1848534" cy="430887"/>
          </a:xfrm>
          <a:prstGeom prst="rect">
            <a:avLst/>
          </a:prstGeom>
          <a:noFill/>
        </p:spPr>
        <p:txBody>
          <a:bodyPr wrap="square" rtlCol="0">
            <a:spAutoFit/>
          </a:bodyPr>
          <a:lstStyle/>
          <a:p>
            <a:r>
              <a:rPr lang="en-US" sz="1100" dirty="0">
                <a:solidFill>
                  <a:schemeClr val="accent2"/>
                </a:solidFill>
              </a:rPr>
              <a:t>purpose codes &amp; title matching </a:t>
            </a:r>
          </a:p>
        </p:txBody>
      </p:sp>
      <p:sp>
        <p:nvSpPr>
          <p:cNvPr id="3" name="TextBox 2">
            <a:extLst>
              <a:ext uri="{FF2B5EF4-FFF2-40B4-BE49-F238E27FC236}">
                <a16:creationId xmlns:a16="http://schemas.microsoft.com/office/drawing/2014/main" id="{D1A80E5E-1FE5-C3C4-517C-8A9BE205195A}"/>
              </a:ext>
            </a:extLst>
          </p:cNvPr>
          <p:cNvSpPr txBox="1"/>
          <p:nvPr/>
        </p:nvSpPr>
        <p:spPr>
          <a:xfrm>
            <a:off x="299408" y="1399908"/>
            <a:ext cx="3923352" cy="646331"/>
          </a:xfrm>
          <a:prstGeom prst="rect">
            <a:avLst/>
          </a:prstGeom>
          <a:noFill/>
        </p:spPr>
        <p:txBody>
          <a:bodyPr wrap="square" rtlCol="0">
            <a:spAutoFit/>
          </a:bodyPr>
          <a:lstStyle/>
          <a:p>
            <a:r>
              <a:rPr lang="en-US" b="1" dirty="0">
                <a:solidFill>
                  <a:schemeClr val="accent2"/>
                </a:solidFill>
                <a:ea typeface="Verdana" panose="020B0604030504040204" pitchFamily="34" charset="0"/>
              </a:rPr>
              <a:t>Positive-unlabeled learning problem</a:t>
            </a:r>
          </a:p>
          <a:p>
            <a:endParaRPr lang="en-US" b="1" dirty="0">
              <a:solidFill>
                <a:schemeClr val="accent2"/>
              </a:solidFill>
              <a:ea typeface="Verdana" panose="020B0604030504040204" pitchFamily="34" charset="0"/>
            </a:endParaRPr>
          </a:p>
        </p:txBody>
      </p:sp>
    </p:spTree>
    <p:extLst>
      <p:ext uri="{BB962C8B-B14F-4D97-AF65-F5344CB8AC3E}">
        <p14:creationId xmlns:p14="http://schemas.microsoft.com/office/powerpoint/2010/main" val="2237730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AE87A-6775-28AE-C113-D507710CC8F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9D865D8-14D1-D112-3DD7-FBAF1D10B0C4}"/>
              </a:ext>
            </a:extLst>
          </p:cNvPr>
          <p:cNvSpPr/>
          <p:nvPr/>
        </p:nvSpPr>
        <p:spPr>
          <a:xfrm>
            <a:off x="4502838" y="2184999"/>
            <a:ext cx="3353136" cy="1679078"/>
          </a:xfrm>
          <a:prstGeom prst="rect">
            <a:avLst/>
          </a:prstGeom>
          <a:solidFill>
            <a:schemeClr val="accent5">
              <a:lumMod val="85000"/>
            </a:schemeClr>
          </a:solidFill>
          <a:ln>
            <a:solidFill>
              <a:schemeClr val="accent5">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F14604E-3617-0A86-1B86-A6FBD648AE3D}"/>
              </a:ext>
            </a:extLst>
          </p:cNvPr>
          <p:cNvSpPr/>
          <p:nvPr/>
        </p:nvSpPr>
        <p:spPr>
          <a:xfrm>
            <a:off x="4064967" y="4540768"/>
            <a:ext cx="1126465" cy="1679079"/>
          </a:xfrm>
          <a:prstGeom prst="rect">
            <a:avLst/>
          </a:prstGeom>
          <a:solidFill>
            <a:schemeClr val="accent5">
              <a:lumMod val="85000"/>
            </a:schemeClr>
          </a:solidFill>
          <a:ln>
            <a:solidFill>
              <a:schemeClr val="accent5">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9D767B4-A1D4-EBA8-D4BA-00C623B8BB62}"/>
              </a:ext>
            </a:extLst>
          </p:cNvPr>
          <p:cNvSpPr/>
          <p:nvPr/>
        </p:nvSpPr>
        <p:spPr>
          <a:xfrm>
            <a:off x="7384027" y="4527786"/>
            <a:ext cx="2182760" cy="1679078"/>
          </a:xfrm>
          <a:prstGeom prst="rect">
            <a:avLst/>
          </a:prstGeom>
          <a:solidFill>
            <a:schemeClr val="accent5">
              <a:lumMod val="85000"/>
            </a:schemeClr>
          </a:solidFill>
          <a:ln>
            <a:solidFill>
              <a:schemeClr val="accent5">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3EA20CE3-7546-2421-0473-9042AA04DF1E}"/>
              </a:ext>
            </a:extLst>
          </p:cNvPr>
          <p:cNvCxnSpPr/>
          <p:nvPr/>
        </p:nvCxnSpPr>
        <p:spPr>
          <a:xfrm>
            <a:off x="5594555" y="2184999"/>
            <a:ext cx="0" cy="167907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B7D5626-3D6E-18E2-5422-B451A939AE6B}"/>
              </a:ext>
            </a:extLst>
          </p:cNvPr>
          <p:cNvSpPr txBox="1"/>
          <p:nvPr/>
        </p:nvSpPr>
        <p:spPr>
          <a:xfrm>
            <a:off x="2041646" y="4549504"/>
            <a:ext cx="2099858" cy="646331"/>
          </a:xfrm>
          <a:prstGeom prst="rect">
            <a:avLst/>
          </a:prstGeom>
          <a:noFill/>
        </p:spPr>
        <p:txBody>
          <a:bodyPr wrap="square" rtlCol="0">
            <a:spAutoFit/>
          </a:bodyPr>
          <a:lstStyle/>
          <a:p>
            <a:r>
              <a:rPr lang="en-US" b="1" dirty="0">
                <a:solidFill>
                  <a:schemeClr val="accent2"/>
                </a:solidFill>
              </a:rPr>
              <a:t>Robust training </a:t>
            </a:r>
          </a:p>
          <a:p>
            <a:r>
              <a:rPr lang="en-US" b="1" dirty="0">
                <a:solidFill>
                  <a:schemeClr val="accent2"/>
                </a:solidFill>
              </a:rPr>
              <a:t>and validation set </a:t>
            </a:r>
          </a:p>
        </p:txBody>
      </p:sp>
      <p:sp>
        <p:nvSpPr>
          <p:cNvPr id="14" name="TextBox 13">
            <a:extLst>
              <a:ext uri="{FF2B5EF4-FFF2-40B4-BE49-F238E27FC236}">
                <a16:creationId xmlns:a16="http://schemas.microsoft.com/office/drawing/2014/main" id="{97FAED8F-EFA2-3523-4EED-2689554D534D}"/>
              </a:ext>
            </a:extLst>
          </p:cNvPr>
          <p:cNvSpPr txBox="1"/>
          <p:nvPr/>
        </p:nvSpPr>
        <p:spPr>
          <a:xfrm>
            <a:off x="4522502" y="2548942"/>
            <a:ext cx="1526858" cy="646331"/>
          </a:xfrm>
          <a:prstGeom prst="rect">
            <a:avLst/>
          </a:prstGeom>
          <a:noFill/>
        </p:spPr>
        <p:txBody>
          <a:bodyPr wrap="square" rtlCol="0">
            <a:spAutoFit/>
          </a:bodyPr>
          <a:lstStyle/>
          <a:p>
            <a:r>
              <a:rPr lang="en-US" dirty="0">
                <a:solidFill>
                  <a:schemeClr val="accent2"/>
                </a:solidFill>
              </a:rPr>
              <a:t>statistical projects</a:t>
            </a:r>
          </a:p>
        </p:txBody>
      </p:sp>
      <p:sp>
        <p:nvSpPr>
          <p:cNvPr id="15" name="TextBox 14">
            <a:extLst>
              <a:ext uri="{FF2B5EF4-FFF2-40B4-BE49-F238E27FC236}">
                <a16:creationId xmlns:a16="http://schemas.microsoft.com/office/drawing/2014/main" id="{0B15B5B7-C99A-1A73-2552-C086E2A05B55}"/>
              </a:ext>
            </a:extLst>
          </p:cNvPr>
          <p:cNvSpPr txBox="1"/>
          <p:nvPr/>
        </p:nvSpPr>
        <p:spPr>
          <a:xfrm>
            <a:off x="6556518" y="2759911"/>
            <a:ext cx="1526858" cy="369332"/>
          </a:xfrm>
          <a:prstGeom prst="rect">
            <a:avLst/>
          </a:prstGeom>
          <a:noFill/>
        </p:spPr>
        <p:txBody>
          <a:bodyPr wrap="square" rtlCol="0">
            <a:spAutoFit/>
          </a:bodyPr>
          <a:lstStyle/>
          <a:p>
            <a:r>
              <a:rPr lang="en-US" dirty="0">
                <a:solidFill>
                  <a:schemeClr val="accent2"/>
                </a:solidFill>
              </a:rPr>
              <a:t>?</a:t>
            </a:r>
          </a:p>
        </p:txBody>
      </p:sp>
      <p:sp>
        <p:nvSpPr>
          <p:cNvPr id="16" name="TextBox 15">
            <a:extLst>
              <a:ext uri="{FF2B5EF4-FFF2-40B4-BE49-F238E27FC236}">
                <a16:creationId xmlns:a16="http://schemas.microsoft.com/office/drawing/2014/main" id="{00FB792C-36CE-FA13-6213-9333B0E88083}"/>
              </a:ext>
            </a:extLst>
          </p:cNvPr>
          <p:cNvSpPr txBox="1"/>
          <p:nvPr/>
        </p:nvSpPr>
        <p:spPr>
          <a:xfrm>
            <a:off x="7893875" y="5195835"/>
            <a:ext cx="1526858" cy="369332"/>
          </a:xfrm>
          <a:prstGeom prst="rect">
            <a:avLst/>
          </a:prstGeom>
          <a:noFill/>
        </p:spPr>
        <p:txBody>
          <a:bodyPr wrap="square" rtlCol="0">
            <a:spAutoFit/>
          </a:bodyPr>
          <a:lstStyle/>
          <a:p>
            <a:r>
              <a:rPr lang="en-US" dirty="0">
                <a:solidFill>
                  <a:schemeClr val="accent2"/>
                </a:solidFill>
              </a:rPr>
              <a:t>?</a:t>
            </a:r>
          </a:p>
        </p:txBody>
      </p:sp>
      <p:sp>
        <p:nvSpPr>
          <p:cNvPr id="17" name="TextBox 16">
            <a:extLst>
              <a:ext uri="{FF2B5EF4-FFF2-40B4-BE49-F238E27FC236}">
                <a16:creationId xmlns:a16="http://schemas.microsoft.com/office/drawing/2014/main" id="{B3945059-BD16-6E7A-5537-937667F8B4CE}"/>
              </a:ext>
            </a:extLst>
          </p:cNvPr>
          <p:cNvSpPr txBox="1"/>
          <p:nvPr/>
        </p:nvSpPr>
        <p:spPr>
          <a:xfrm>
            <a:off x="4119315" y="4944911"/>
            <a:ext cx="1526858" cy="646331"/>
          </a:xfrm>
          <a:prstGeom prst="rect">
            <a:avLst/>
          </a:prstGeom>
          <a:noFill/>
        </p:spPr>
        <p:txBody>
          <a:bodyPr wrap="square" rtlCol="0">
            <a:spAutoFit/>
          </a:bodyPr>
          <a:lstStyle/>
          <a:p>
            <a:r>
              <a:rPr lang="en-US" dirty="0">
                <a:solidFill>
                  <a:schemeClr val="accent2"/>
                </a:solidFill>
              </a:rPr>
              <a:t>statistical projects</a:t>
            </a:r>
          </a:p>
        </p:txBody>
      </p:sp>
      <p:cxnSp>
        <p:nvCxnSpPr>
          <p:cNvPr id="18" name="Straight Connector 17">
            <a:extLst>
              <a:ext uri="{FF2B5EF4-FFF2-40B4-BE49-F238E27FC236}">
                <a16:creationId xmlns:a16="http://schemas.microsoft.com/office/drawing/2014/main" id="{AA491D75-1A12-B071-1EE2-6A07AB28E46D}"/>
              </a:ext>
            </a:extLst>
          </p:cNvPr>
          <p:cNvCxnSpPr/>
          <p:nvPr/>
        </p:nvCxnSpPr>
        <p:spPr>
          <a:xfrm>
            <a:off x="8657304" y="4540962"/>
            <a:ext cx="0" cy="167907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B5B1F8E-C7E0-58D9-99E8-57D4EE46981C}"/>
              </a:ext>
            </a:extLst>
          </p:cNvPr>
          <p:cNvCxnSpPr/>
          <p:nvPr/>
        </p:nvCxnSpPr>
        <p:spPr>
          <a:xfrm flipH="1">
            <a:off x="4628199" y="4001729"/>
            <a:ext cx="337091" cy="36379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F6BC136-4098-BF58-E93E-0ECD3804AADC}"/>
              </a:ext>
            </a:extLst>
          </p:cNvPr>
          <p:cNvCxnSpPr>
            <a:cxnSpLocks/>
          </p:cNvCxnSpPr>
          <p:nvPr/>
        </p:nvCxnSpPr>
        <p:spPr>
          <a:xfrm>
            <a:off x="7226712" y="4013148"/>
            <a:ext cx="1248695" cy="3893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4D103AD3-B428-6766-E2A2-EE6AF9703519}"/>
              </a:ext>
            </a:extLst>
          </p:cNvPr>
          <p:cNvSpPr/>
          <p:nvPr/>
        </p:nvSpPr>
        <p:spPr>
          <a:xfrm>
            <a:off x="5210047" y="4558903"/>
            <a:ext cx="950892" cy="1643592"/>
          </a:xfrm>
          <a:prstGeom prst="rect">
            <a:avLst/>
          </a:prstGeom>
          <a:solidFill>
            <a:schemeClr val="accent6"/>
          </a:solidFill>
          <a:ln w="38100">
            <a:solidFill>
              <a:schemeClr val="accent5">
                <a:lumMod val="8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C93BD17-BBAC-58B8-622C-D9B16F628B36}"/>
              </a:ext>
            </a:extLst>
          </p:cNvPr>
          <p:cNvSpPr txBox="1"/>
          <p:nvPr/>
        </p:nvSpPr>
        <p:spPr>
          <a:xfrm>
            <a:off x="5209678" y="4944911"/>
            <a:ext cx="1526858" cy="646331"/>
          </a:xfrm>
          <a:prstGeom prst="rect">
            <a:avLst/>
          </a:prstGeom>
          <a:noFill/>
        </p:spPr>
        <p:txBody>
          <a:bodyPr wrap="square" rtlCol="0">
            <a:spAutoFit/>
          </a:bodyPr>
          <a:lstStyle/>
          <a:p>
            <a:r>
              <a:rPr lang="en-US" dirty="0">
                <a:solidFill>
                  <a:schemeClr val="accent2"/>
                </a:solidFill>
              </a:rPr>
              <a:t>non-stat projects</a:t>
            </a:r>
          </a:p>
        </p:txBody>
      </p:sp>
      <p:sp>
        <p:nvSpPr>
          <p:cNvPr id="3" name="TextBox 2">
            <a:extLst>
              <a:ext uri="{FF2B5EF4-FFF2-40B4-BE49-F238E27FC236}">
                <a16:creationId xmlns:a16="http://schemas.microsoft.com/office/drawing/2014/main" id="{91CF5DB7-ED71-278C-D4E8-ACDE5A326CC7}"/>
              </a:ext>
            </a:extLst>
          </p:cNvPr>
          <p:cNvSpPr txBox="1"/>
          <p:nvPr/>
        </p:nvSpPr>
        <p:spPr>
          <a:xfrm>
            <a:off x="8657304" y="5044159"/>
            <a:ext cx="1526858" cy="646331"/>
          </a:xfrm>
          <a:prstGeom prst="rect">
            <a:avLst/>
          </a:prstGeom>
          <a:noFill/>
        </p:spPr>
        <p:txBody>
          <a:bodyPr wrap="square" rtlCol="0">
            <a:spAutoFit/>
          </a:bodyPr>
          <a:lstStyle/>
          <a:p>
            <a:r>
              <a:rPr lang="en-US" dirty="0">
                <a:solidFill>
                  <a:schemeClr val="accent2"/>
                </a:solidFill>
              </a:rPr>
              <a:t>non-stat projects</a:t>
            </a:r>
          </a:p>
        </p:txBody>
      </p:sp>
      <mc:AlternateContent xmlns:mc="http://schemas.openxmlformats.org/markup-compatibility/2006" xmlns:p14="http://schemas.microsoft.com/office/powerpoint/2010/main">
        <mc:Choice Requires="p14">
          <p:contentPart p14:bwMode="auto" r:id="rId2">
            <p14:nvContentPartPr>
              <p14:cNvPr id="28" name="Ink 27">
                <a:extLst>
                  <a:ext uri="{FF2B5EF4-FFF2-40B4-BE49-F238E27FC236}">
                    <a16:creationId xmlns:a16="http://schemas.microsoft.com/office/drawing/2014/main" id="{B59E6B08-B0BC-E37E-7057-4C0F9259FD51}"/>
                  </a:ext>
                </a:extLst>
              </p14:cNvPr>
              <p14:cNvContentPartPr/>
              <p14:nvPr/>
            </p14:nvContentPartPr>
            <p14:xfrm>
              <a:off x="5703027" y="6243348"/>
              <a:ext cx="3421800" cy="453240"/>
            </p14:xfrm>
          </p:contentPart>
        </mc:Choice>
        <mc:Fallback xmlns="">
          <p:pic>
            <p:nvPicPr>
              <p:cNvPr id="28" name="Ink 27">
                <a:extLst>
                  <a:ext uri="{FF2B5EF4-FFF2-40B4-BE49-F238E27FC236}">
                    <a16:creationId xmlns:a16="http://schemas.microsoft.com/office/drawing/2014/main" id="{B59E6B08-B0BC-E37E-7057-4C0F9259FD51}"/>
                  </a:ext>
                </a:extLst>
              </p:cNvPr>
              <p:cNvPicPr/>
              <p:nvPr/>
            </p:nvPicPr>
            <p:blipFill>
              <a:blip r:embed="rId3"/>
              <a:stretch>
                <a:fillRect/>
              </a:stretch>
            </p:blipFill>
            <p:spPr>
              <a:xfrm>
                <a:off x="5694027" y="6234348"/>
                <a:ext cx="3439440" cy="470880"/>
              </a:xfrm>
              <a:prstGeom prst="rect">
                <a:avLst/>
              </a:prstGeom>
            </p:spPr>
          </p:pic>
        </mc:Fallback>
      </mc:AlternateContent>
      <p:sp>
        <p:nvSpPr>
          <p:cNvPr id="30" name="TextBox 29">
            <a:extLst>
              <a:ext uri="{FF2B5EF4-FFF2-40B4-BE49-F238E27FC236}">
                <a16:creationId xmlns:a16="http://schemas.microsoft.com/office/drawing/2014/main" id="{44C3525C-68CB-B3DA-6F74-4C79BE0A09BB}"/>
              </a:ext>
            </a:extLst>
          </p:cNvPr>
          <p:cNvSpPr txBox="1"/>
          <p:nvPr/>
        </p:nvSpPr>
        <p:spPr>
          <a:xfrm>
            <a:off x="9790135" y="4539924"/>
            <a:ext cx="2099858" cy="369332"/>
          </a:xfrm>
          <a:prstGeom prst="rect">
            <a:avLst/>
          </a:prstGeom>
          <a:noFill/>
        </p:spPr>
        <p:txBody>
          <a:bodyPr wrap="square" rtlCol="0">
            <a:spAutoFit/>
          </a:bodyPr>
          <a:lstStyle/>
          <a:p>
            <a:r>
              <a:rPr lang="en-US" b="1" dirty="0">
                <a:solidFill>
                  <a:schemeClr val="accent2"/>
                </a:solidFill>
              </a:rPr>
              <a:t>Test set</a:t>
            </a:r>
          </a:p>
        </p:txBody>
      </p:sp>
      <p:sp>
        <p:nvSpPr>
          <p:cNvPr id="6" name="TextBox 5">
            <a:extLst>
              <a:ext uri="{FF2B5EF4-FFF2-40B4-BE49-F238E27FC236}">
                <a16:creationId xmlns:a16="http://schemas.microsoft.com/office/drawing/2014/main" id="{C853A5B2-E4C8-7989-15F9-A18C04381242}"/>
              </a:ext>
            </a:extLst>
          </p:cNvPr>
          <p:cNvSpPr txBox="1"/>
          <p:nvPr/>
        </p:nvSpPr>
        <p:spPr>
          <a:xfrm>
            <a:off x="9162025" y="6396907"/>
            <a:ext cx="1848534" cy="261610"/>
          </a:xfrm>
          <a:prstGeom prst="rect">
            <a:avLst/>
          </a:prstGeom>
          <a:noFill/>
        </p:spPr>
        <p:txBody>
          <a:bodyPr wrap="square" rtlCol="0">
            <a:spAutoFit/>
          </a:bodyPr>
          <a:lstStyle/>
          <a:p>
            <a:r>
              <a:rPr lang="en-US" sz="1100" dirty="0">
                <a:solidFill>
                  <a:schemeClr val="accent2"/>
                </a:solidFill>
              </a:rPr>
              <a:t>classification</a:t>
            </a:r>
          </a:p>
        </p:txBody>
      </p:sp>
      <p:sp>
        <p:nvSpPr>
          <p:cNvPr id="20" name="Title 4">
            <a:extLst>
              <a:ext uri="{FF2B5EF4-FFF2-40B4-BE49-F238E27FC236}">
                <a16:creationId xmlns:a16="http://schemas.microsoft.com/office/drawing/2014/main" id="{466C888A-50B6-437E-8B3C-0FEB1F8864B7}"/>
              </a:ext>
            </a:extLst>
          </p:cNvPr>
          <p:cNvSpPr>
            <a:spLocks noGrp="1"/>
          </p:cNvSpPr>
          <p:nvPr>
            <p:ph type="title"/>
          </p:nvPr>
        </p:nvSpPr>
        <p:spPr>
          <a:xfrm>
            <a:off x="621325" y="0"/>
            <a:ext cx="10190923" cy="1052623"/>
          </a:xfrm>
        </p:spPr>
        <p:txBody>
          <a:bodyPr/>
          <a:lstStyle/>
          <a:p>
            <a:r>
              <a:rPr lang="en-US" dirty="0"/>
              <a:t>4. Methodology Proposal </a:t>
            </a:r>
          </a:p>
        </p:txBody>
      </p:sp>
      <p:sp>
        <p:nvSpPr>
          <p:cNvPr id="22" name="TextBox 21">
            <a:extLst>
              <a:ext uri="{FF2B5EF4-FFF2-40B4-BE49-F238E27FC236}">
                <a16:creationId xmlns:a16="http://schemas.microsoft.com/office/drawing/2014/main" id="{23277A1C-BB77-DDF5-D54D-BC4E77301E89}"/>
              </a:ext>
            </a:extLst>
          </p:cNvPr>
          <p:cNvSpPr txBox="1"/>
          <p:nvPr/>
        </p:nvSpPr>
        <p:spPr>
          <a:xfrm>
            <a:off x="299408" y="1399908"/>
            <a:ext cx="3923352" cy="1938992"/>
          </a:xfrm>
          <a:prstGeom prst="rect">
            <a:avLst/>
          </a:prstGeom>
          <a:noFill/>
        </p:spPr>
        <p:txBody>
          <a:bodyPr wrap="square" rtlCol="0">
            <a:spAutoFit/>
          </a:bodyPr>
          <a:lstStyle/>
          <a:p>
            <a:r>
              <a:rPr lang="en-US" b="1" dirty="0">
                <a:solidFill>
                  <a:schemeClr val="accent2"/>
                </a:solidFill>
                <a:ea typeface="Verdana" panose="020B0604030504040204" pitchFamily="34" charset="0"/>
              </a:rPr>
              <a:t>Positive-unlabeled learning problem</a:t>
            </a:r>
          </a:p>
          <a:p>
            <a:endParaRPr lang="en-US" b="1" dirty="0">
              <a:solidFill>
                <a:schemeClr val="accent2"/>
              </a:solidFill>
              <a:ea typeface="Verdana" panose="020B0604030504040204" pitchFamily="34" charset="0"/>
            </a:endParaRPr>
          </a:p>
          <a:p>
            <a:r>
              <a:rPr lang="en-US" sz="1200" b="1" dirty="0">
                <a:solidFill>
                  <a:schemeClr val="accent2"/>
                </a:solidFill>
                <a:ea typeface="Verdana" panose="020B0604030504040204" pitchFamily="34" charset="0"/>
              </a:rPr>
              <a:t> solution: </a:t>
            </a:r>
            <a:endParaRPr lang="en-US" sz="1200" dirty="0">
              <a:solidFill>
                <a:schemeClr val="accent2"/>
              </a:solidFill>
              <a:ea typeface="Verdana" panose="020B0604030504040204" pitchFamily="34" charset="0"/>
            </a:endParaRPr>
          </a:p>
          <a:p>
            <a:pPr marL="685800" lvl="1" indent="-228600">
              <a:buFont typeface="+mj-lt"/>
              <a:buAutoNum type="arabicPeriod"/>
            </a:pPr>
            <a:r>
              <a:rPr lang="en-US" sz="1200" dirty="0">
                <a:solidFill>
                  <a:schemeClr val="accent2"/>
                </a:solidFill>
                <a:ea typeface="Verdana" panose="020B0604030504040204" pitchFamily="34" charset="0"/>
              </a:rPr>
              <a:t>Create training set with negatives as randomly sampled from ?</a:t>
            </a:r>
          </a:p>
          <a:p>
            <a:pPr marL="685800" lvl="1" indent="-228600">
              <a:buFont typeface="+mj-lt"/>
              <a:buAutoNum type="arabicPeriod"/>
            </a:pPr>
            <a:r>
              <a:rPr lang="en-US" sz="1200" dirty="0">
                <a:solidFill>
                  <a:schemeClr val="accent2"/>
                </a:solidFill>
                <a:ea typeface="Verdana" panose="020B0604030504040204" pitchFamily="34" charset="0"/>
              </a:rPr>
              <a:t>Train classifier based on training set</a:t>
            </a:r>
          </a:p>
          <a:p>
            <a:pPr marL="685800" lvl="1" indent="-228600">
              <a:buFont typeface="+mj-lt"/>
              <a:buAutoNum type="arabicPeriod"/>
            </a:pPr>
            <a:r>
              <a:rPr lang="en-US" sz="1200" dirty="0">
                <a:solidFill>
                  <a:schemeClr val="accent2"/>
                </a:solidFill>
                <a:ea typeface="Verdana" panose="020B0604030504040204" pitchFamily="34" charset="0"/>
              </a:rPr>
              <a:t>Recreate training set with classified negatives with high probability in class non-stat</a:t>
            </a:r>
          </a:p>
          <a:p>
            <a:pPr marL="685800" lvl="1" indent="-228600">
              <a:buFont typeface="+mj-lt"/>
              <a:buAutoNum type="arabicPeriod"/>
            </a:pPr>
            <a:r>
              <a:rPr lang="en-US" sz="1200" dirty="0">
                <a:solidFill>
                  <a:schemeClr val="accent2"/>
                </a:solidFill>
                <a:ea typeface="Verdana" panose="020B0604030504040204" pitchFamily="34" charset="0"/>
              </a:rPr>
              <a:t>Train classifier based on recreated training set</a:t>
            </a:r>
            <a:endParaRPr lang="en-US" sz="1200" dirty="0">
              <a:solidFill>
                <a:schemeClr val="accent2">
                  <a:lumMod val="75000"/>
                </a:schemeClr>
              </a:solidFill>
            </a:endParaRPr>
          </a:p>
        </p:txBody>
      </p:sp>
    </p:spTree>
    <p:extLst>
      <p:ext uri="{BB962C8B-B14F-4D97-AF65-F5344CB8AC3E}">
        <p14:creationId xmlns:p14="http://schemas.microsoft.com/office/powerpoint/2010/main" val="4240582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A3DB4-6A59-DAFD-CC77-53F8277798D5}"/>
            </a:ext>
          </a:extLst>
        </p:cNvPr>
        <p:cNvGrpSpPr/>
        <p:nvPr/>
      </p:nvGrpSpPr>
      <p:grpSpPr>
        <a:xfrm>
          <a:off x="0" y="0"/>
          <a:ext cx="0" cy="0"/>
          <a:chOff x="0" y="0"/>
          <a:chExt cx="0" cy="0"/>
        </a:xfrm>
      </p:grpSpPr>
      <p:sp>
        <p:nvSpPr>
          <p:cNvPr id="6" name="Title 4">
            <a:extLst>
              <a:ext uri="{FF2B5EF4-FFF2-40B4-BE49-F238E27FC236}">
                <a16:creationId xmlns:a16="http://schemas.microsoft.com/office/drawing/2014/main" id="{457F1A97-1AD3-E999-49B9-65BA20C49CF8}"/>
              </a:ext>
            </a:extLst>
          </p:cNvPr>
          <p:cNvSpPr>
            <a:spLocks noGrp="1"/>
          </p:cNvSpPr>
          <p:nvPr>
            <p:ph type="title"/>
          </p:nvPr>
        </p:nvSpPr>
        <p:spPr>
          <a:xfrm>
            <a:off x="621325" y="0"/>
            <a:ext cx="10190923" cy="1052623"/>
          </a:xfrm>
        </p:spPr>
        <p:txBody>
          <a:bodyPr/>
          <a:lstStyle/>
          <a:p>
            <a:r>
              <a:rPr lang="en-US" dirty="0"/>
              <a:t>4. Methodology Proposal </a:t>
            </a:r>
          </a:p>
        </p:txBody>
      </p:sp>
      <p:sp>
        <p:nvSpPr>
          <p:cNvPr id="7" name="TextBox 6">
            <a:extLst>
              <a:ext uri="{FF2B5EF4-FFF2-40B4-BE49-F238E27FC236}">
                <a16:creationId xmlns:a16="http://schemas.microsoft.com/office/drawing/2014/main" id="{3849B0C3-BCA6-E7E1-9E71-4D69096D6B1C}"/>
              </a:ext>
            </a:extLst>
          </p:cNvPr>
          <p:cNvSpPr txBox="1"/>
          <p:nvPr/>
        </p:nvSpPr>
        <p:spPr>
          <a:xfrm>
            <a:off x="370775" y="1293727"/>
            <a:ext cx="5111164" cy="2431435"/>
          </a:xfrm>
          <a:prstGeom prst="rect">
            <a:avLst/>
          </a:prstGeom>
          <a:noFill/>
        </p:spPr>
        <p:txBody>
          <a:bodyPr wrap="square" rtlCol="0">
            <a:spAutoFit/>
          </a:bodyPr>
          <a:lstStyle/>
          <a:p>
            <a:r>
              <a:rPr lang="en-US" b="1" dirty="0">
                <a:solidFill>
                  <a:schemeClr val="accent2"/>
                </a:solidFill>
                <a:ea typeface="Verdana" panose="020B0604030504040204" pitchFamily="34" charset="0"/>
              </a:rPr>
              <a:t>Interpretability</a:t>
            </a:r>
          </a:p>
          <a:p>
            <a:endParaRPr lang="en-US" b="1" dirty="0">
              <a:solidFill>
                <a:schemeClr val="accent2"/>
              </a:solidFill>
              <a:ea typeface="Verdana" panose="020B0604030504040204" pitchFamily="34" charset="0"/>
            </a:endParaRPr>
          </a:p>
          <a:p>
            <a:r>
              <a:rPr lang="en-US" sz="1400" b="1" dirty="0">
                <a:solidFill>
                  <a:schemeClr val="accent2"/>
                </a:solidFill>
                <a:ea typeface="Verdana" panose="020B0604030504040204" pitchFamily="34" charset="0"/>
              </a:rPr>
              <a:t>solution:</a:t>
            </a:r>
          </a:p>
          <a:p>
            <a:r>
              <a:rPr lang="en-US" sz="1400" b="1" dirty="0">
                <a:solidFill>
                  <a:schemeClr val="accent2"/>
                </a:solidFill>
                <a:ea typeface="Verdana" panose="020B0604030504040204" pitchFamily="34" charset="0"/>
              </a:rPr>
              <a:t>  </a:t>
            </a:r>
          </a:p>
          <a:p>
            <a:pPr marL="285750" indent="-285750">
              <a:buFontTx/>
              <a:buChar char="-"/>
            </a:pPr>
            <a:r>
              <a:rPr lang="en-US" sz="1400" b="1" dirty="0">
                <a:solidFill>
                  <a:schemeClr val="accent2"/>
                </a:solidFill>
                <a:ea typeface="Verdana" panose="020B0604030504040204" pitchFamily="34" charset="0"/>
              </a:rPr>
              <a:t>Word importance: </a:t>
            </a:r>
            <a:r>
              <a:rPr lang="en-US" sz="1400" dirty="0">
                <a:solidFill>
                  <a:schemeClr val="accent2"/>
                </a:solidFill>
                <a:ea typeface="Verdana" panose="020B0604030504040204" pitchFamily="34" charset="0"/>
              </a:rPr>
              <a:t>for every long description, a </a:t>
            </a:r>
            <a:r>
              <a:rPr lang="en-US" sz="1400" dirty="0">
                <a:solidFill>
                  <a:schemeClr val="accent2"/>
                </a:solidFill>
                <a:ea typeface="Verdana" panose="020B0604030504040204" pitchFamily="34" charset="0"/>
                <a:hlinkClick r:id="rId2"/>
              </a:rPr>
              <a:t>word importance </a:t>
            </a:r>
            <a:r>
              <a:rPr lang="en-US" sz="1400" dirty="0">
                <a:solidFill>
                  <a:schemeClr val="accent2"/>
                </a:solidFill>
                <a:ea typeface="Verdana" panose="020B0604030504040204" pitchFamily="34" charset="0"/>
              </a:rPr>
              <a:t>is assigned to every word - &gt; inspection of positively classified long descriptions </a:t>
            </a:r>
          </a:p>
          <a:p>
            <a:pPr marL="285750" indent="-285750">
              <a:buFontTx/>
              <a:buChar char="-"/>
            </a:pPr>
            <a:r>
              <a:rPr lang="en-US" sz="1400" b="1" dirty="0">
                <a:solidFill>
                  <a:schemeClr val="accent2"/>
                </a:solidFill>
                <a:ea typeface="Verdana" panose="020B0604030504040204" pitchFamily="34" charset="0"/>
              </a:rPr>
              <a:t>other methods: </a:t>
            </a:r>
            <a:r>
              <a:rPr lang="en-US" sz="1400" dirty="0">
                <a:solidFill>
                  <a:schemeClr val="accent2"/>
                </a:solidFill>
                <a:ea typeface="Verdana" panose="020B0604030504040204" pitchFamily="34" charset="0"/>
              </a:rPr>
              <a:t>SHAP values, attention visualization,…</a:t>
            </a:r>
            <a:endParaRPr lang="en-US" sz="1400" b="1" dirty="0">
              <a:solidFill>
                <a:schemeClr val="accent2"/>
              </a:solidFill>
              <a:ea typeface="Verdana" panose="020B0604030504040204" pitchFamily="34" charset="0"/>
            </a:endParaRPr>
          </a:p>
          <a:p>
            <a:r>
              <a:rPr lang="en-US" sz="1400" b="1" dirty="0">
                <a:solidFill>
                  <a:schemeClr val="accent2"/>
                </a:solidFill>
                <a:ea typeface="Verdana" panose="020B0604030504040204" pitchFamily="34" charset="0"/>
              </a:rPr>
              <a:t>   </a:t>
            </a:r>
          </a:p>
          <a:p>
            <a:endParaRPr lang="en-US" b="1" dirty="0">
              <a:solidFill>
                <a:schemeClr val="accent2"/>
              </a:solidFill>
              <a:ea typeface="Verdana" panose="020B0604030504040204" pitchFamily="34" charset="0"/>
            </a:endParaRPr>
          </a:p>
        </p:txBody>
      </p:sp>
      <p:pic>
        <p:nvPicPr>
          <p:cNvPr id="9" name="Picture 8">
            <a:extLst>
              <a:ext uri="{FF2B5EF4-FFF2-40B4-BE49-F238E27FC236}">
                <a16:creationId xmlns:a16="http://schemas.microsoft.com/office/drawing/2014/main" id="{924D93F6-3E40-2E6F-0007-4BC713D67C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13252" y="3569797"/>
            <a:ext cx="5969620" cy="3288203"/>
          </a:xfrm>
          <a:prstGeom prst="rect">
            <a:avLst/>
          </a:prstGeom>
        </p:spPr>
      </p:pic>
      <p:pic>
        <p:nvPicPr>
          <p:cNvPr id="13" name="Picture 12">
            <a:extLst>
              <a:ext uri="{FF2B5EF4-FFF2-40B4-BE49-F238E27FC236}">
                <a16:creationId xmlns:a16="http://schemas.microsoft.com/office/drawing/2014/main" id="{1B01F084-A87C-4736-F8B1-F517F81BCE3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20384" y="2734654"/>
            <a:ext cx="4123346" cy="4123346"/>
          </a:xfrm>
          <a:prstGeom prst="rect">
            <a:avLst/>
          </a:prstGeom>
        </p:spPr>
      </p:pic>
      <p:sp>
        <p:nvSpPr>
          <p:cNvPr id="14" name="TextBox 13">
            <a:extLst>
              <a:ext uri="{FF2B5EF4-FFF2-40B4-BE49-F238E27FC236}">
                <a16:creationId xmlns:a16="http://schemas.microsoft.com/office/drawing/2014/main" id="{8C3BE206-16E8-36B8-1858-84E38A82BEC8}"/>
              </a:ext>
            </a:extLst>
          </p:cNvPr>
          <p:cNvSpPr txBox="1"/>
          <p:nvPr/>
        </p:nvSpPr>
        <p:spPr>
          <a:xfrm>
            <a:off x="8495559" y="2370944"/>
            <a:ext cx="3148171" cy="276999"/>
          </a:xfrm>
          <a:prstGeom prst="rect">
            <a:avLst/>
          </a:prstGeom>
          <a:noFill/>
        </p:spPr>
        <p:txBody>
          <a:bodyPr wrap="square" rtlCol="0">
            <a:spAutoFit/>
          </a:bodyPr>
          <a:lstStyle/>
          <a:p>
            <a:r>
              <a:rPr lang="en-US" sz="1200" dirty="0">
                <a:solidFill>
                  <a:schemeClr val="accent4">
                    <a:lumMod val="25000"/>
                  </a:schemeClr>
                </a:solidFill>
              </a:rPr>
              <a:t>word importance for one sentence  </a:t>
            </a:r>
          </a:p>
        </p:txBody>
      </p:sp>
      <p:sp>
        <p:nvSpPr>
          <p:cNvPr id="15" name="TextBox 14">
            <a:extLst>
              <a:ext uri="{FF2B5EF4-FFF2-40B4-BE49-F238E27FC236}">
                <a16:creationId xmlns:a16="http://schemas.microsoft.com/office/drawing/2014/main" id="{01B2F96A-3218-B30D-203E-2B49981E9CEB}"/>
              </a:ext>
            </a:extLst>
          </p:cNvPr>
          <p:cNvSpPr txBox="1"/>
          <p:nvPr/>
        </p:nvSpPr>
        <p:spPr>
          <a:xfrm>
            <a:off x="2116035" y="3288203"/>
            <a:ext cx="5111163" cy="276999"/>
          </a:xfrm>
          <a:prstGeom prst="rect">
            <a:avLst/>
          </a:prstGeom>
          <a:noFill/>
        </p:spPr>
        <p:txBody>
          <a:bodyPr wrap="square" rtlCol="0">
            <a:spAutoFit/>
          </a:bodyPr>
          <a:lstStyle/>
          <a:p>
            <a:r>
              <a:rPr lang="en-US" sz="1200" dirty="0">
                <a:solidFill>
                  <a:schemeClr val="accent4">
                    <a:lumMod val="25000"/>
                  </a:schemeClr>
                </a:solidFill>
              </a:rPr>
              <a:t>word importance for multiple sentences (example for sentiment analysis)</a:t>
            </a:r>
          </a:p>
        </p:txBody>
      </p:sp>
    </p:spTree>
    <p:extLst>
      <p:ext uri="{BB962C8B-B14F-4D97-AF65-F5344CB8AC3E}">
        <p14:creationId xmlns:p14="http://schemas.microsoft.com/office/powerpoint/2010/main" val="1330539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85CD7-83F6-2730-1662-3966AC7D9FAF}"/>
            </a:ext>
          </a:extLst>
        </p:cNvPr>
        <p:cNvGrpSpPr/>
        <p:nvPr/>
      </p:nvGrpSpPr>
      <p:grpSpPr>
        <a:xfrm>
          <a:off x="0" y="0"/>
          <a:ext cx="0" cy="0"/>
          <a:chOff x="0" y="0"/>
          <a:chExt cx="0" cy="0"/>
        </a:xfrm>
      </p:grpSpPr>
      <p:sp>
        <p:nvSpPr>
          <p:cNvPr id="112" name="TextBox 111">
            <a:extLst>
              <a:ext uri="{FF2B5EF4-FFF2-40B4-BE49-F238E27FC236}">
                <a16:creationId xmlns:a16="http://schemas.microsoft.com/office/drawing/2014/main" id="{B6758A51-1BE7-51EB-EE34-6F2B9D6CC622}"/>
              </a:ext>
            </a:extLst>
          </p:cNvPr>
          <p:cNvSpPr txBox="1"/>
          <p:nvPr/>
        </p:nvSpPr>
        <p:spPr>
          <a:xfrm>
            <a:off x="849844" y="1364775"/>
            <a:ext cx="4100161" cy="461665"/>
          </a:xfrm>
          <a:prstGeom prst="rect">
            <a:avLst/>
          </a:prstGeom>
          <a:noFill/>
        </p:spPr>
        <p:txBody>
          <a:bodyPr wrap="none" rtlCol="0">
            <a:spAutoFit/>
          </a:bodyPr>
          <a:lstStyle/>
          <a:p>
            <a:r>
              <a:rPr lang="en-US" sz="2400" b="1" dirty="0">
                <a:solidFill>
                  <a:schemeClr val="accent2">
                    <a:lumMod val="75000"/>
                  </a:schemeClr>
                </a:solidFill>
              </a:rPr>
              <a:t>3. </a:t>
            </a:r>
            <a:r>
              <a:rPr lang="en-US" sz="2400" b="1" dirty="0">
                <a:solidFill>
                  <a:schemeClr val="accent4">
                    <a:lumMod val="25000"/>
                  </a:schemeClr>
                </a:solidFill>
              </a:rPr>
              <a:t>Summary new methodology</a:t>
            </a:r>
            <a:endParaRPr lang="en-US" sz="2400" b="1" dirty="0">
              <a:solidFill>
                <a:schemeClr val="accent2">
                  <a:lumMod val="75000"/>
                </a:schemeClr>
              </a:solidFill>
            </a:endParaRPr>
          </a:p>
        </p:txBody>
      </p:sp>
      <p:sp>
        <p:nvSpPr>
          <p:cNvPr id="5" name="Title 4">
            <a:extLst>
              <a:ext uri="{FF2B5EF4-FFF2-40B4-BE49-F238E27FC236}">
                <a16:creationId xmlns:a16="http://schemas.microsoft.com/office/drawing/2014/main" id="{F8B63AFA-7C71-F8E7-E82E-6FB5AE545A14}"/>
              </a:ext>
            </a:extLst>
          </p:cNvPr>
          <p:cNvSpPr>
            <a:spLocks noGrp="1"/>
          </p:cNvSpPr>
          <p:nvPr>
            <p:ph type="title"/>
          </p:nvPr>
        </p:nvSpPr>
        <p:spPr/>
        <p:txBody>
          <a:bodyPr/>
          <a:lstStyle/>
          <a:p>
            <a:r>
              <a:rPr lang="en-US" dirty="0"/>
              <a:t>4. Methodology Proposal </a:t>
            </a:r>
          </a:p>
        </p:txBody>
      </p:sp>
      <p:sp>
        <p:nvSpPr>
          <p:cNvPr id="11" name="TextBox 10">
            <a:extLst>
              <a:ext uri="{FF2B5EF4-FFF2-40B4-BE49-F238E27FC236}">
                <a16:creationId xmlns:a16="http://schemas.microsoft.com/office/drawing/2014/main" id="{FB5F026E-8454-BB81-AA51-158741B8407A}"/>
              </a:ext>
            </a:extLst>
          </p:cNvPr>
          <p:cNvSpPr txBox="1"/>
          <p:nvPr/>
        </p:nvSpPr>
        <p:spPr>
          <a:xfrm>
            <a:off x="280094" y="2036001"/>
            <a:ext cx="11631812" cy="4862870"/>
          </a:xfrm>
          <a:prstGeom prst="rect">
            <a:avLst/>
          </a:prstGeom>
          <a:noFill/>
        </p:spPr>
        <p:txBody>
          <a:bodyPr wrap="square" rtlCol="0">
            <a:spAutoFit/>
          </a:bodyPr>
          <a:lstStyle/>
          <a:p>
            <a:r>
              <a:rPr lang="en-US" sz="2000" b="1" dirty="0">
                <a:solidFill>
                  <a:schemeClr val="accent4">
                    <a:lumMod val="25000"/>
                  </a:schemeClr>
                </a:solidFill>
              </a:rPr>
              <a:t> </a:t>
            </a:r>
            <a:endParaRPr lang="en-US" sz="1400" b="1" dirty="0">
              <a:solidFill>
                <a:schemeClr val="accent4">
                  <a:lumMod val="25000"/>
                </a:schemeClr>
              </a:solidFill>
            </a:endParaRPr>
          </a:p>
          <a:p>
            <a:r>
              <a:rPr lang="en-US" sz="1400" b="1" dirty="0">
                <a:solidFill>
                  <a:schemeClr val="accent4">
                    <a:lumMod val="25000"/>
                  </a:schemeClr>
                </a:solidFill>
              </a:rPr>
              <a:t>Preparation</a:t>
            </a:r>
          </a:p>
          <a:p>
            <a:pPr marL="800100" lvl="1" indent="-342900">
              <a:buFont typeface="+mj-lt"/>
              <a:buAutoNum type="arabicPeriod"/>
            </a:pPr>
            <a:r>
              <a:rPr lang="en-US" sz="1200" b="1" dirty="0">
                <a:solidFill>
                  <a:schemeClr val="accent4">
                    <a:lumMod val="25000"/>
                  </a:schemeClr>
                </a:solidFill>
              </a:rPr>
              <a:t>Bulk download from Website:</a:t>
            </a:r>
            <a:r>
              <a:rPr lang="en-US" sz="1200" dirty="0">
                <a:solidFill>
                  <a:schemeClr val="accent4">
                    <a:lumMod val="25000"/>
                  </a:schemeClr>
                </a:solidFill>
              </a:rPr>
              <a:t> Automatic download of entire CRS dataset from OECD data explorer </a:t>
            </a:r>
          </a:p>
          <a:p>
            <a:pPr marL="800100" lvl="1" indent="-342900">
              <a:buFont typeface="+mj-lt"/>
              <a:buAutoNum type="arabicPeriod"/>
            </a:pPr>
            <a:r>
              <a:rPr lang="en-US" sz="1200" b="1" dirty="0">
                <a:solidFill>
                  <a:schemeClr val="accent4">
                    <a:lumMod val="25000"/>
                  </a:schemeClr>
                </a:solidFill>
              </a:rPr>
              <a:t>ID creation: </a:t>
            </a:r>
            <a:r>
              <a:rPr lang="en-US" sz="1200" dirty="0">
                <a:solidFill>
                  <a:schemeClr val="accent4">
                    <a:lumMod val="25000"/>
                  </a:schemeClr>
                </a:solidFill>
              </a:rPr>
              <a:t>Create IDs for unique projects </a:t>
            </a:r>
          </a:p>
          <a:p>
            <a:pPr lvl="1"/>
            <a:endParaRPr lang="en-US" sz="1400" b="1" dirty="0">
              <a:solidFill>
                <a:schemeClr val="accent4">
                  <a:lumMod val="25000"/>
                </a:schemeClr>
              </a:solidFill>
            </a:endParaRPr>
          </a:p>
          <a:p>
            <a:r>
              <a:rPr lang="en-US" sz="1400" b="1" dirty="0">
                <a:solidFill>
                  <a:schemeClr val="accent4">
                    <a:lumMod val="25000"/>
                  </a:schemeClr>
                </a:solidFill>
              </a:rPr>
              <a:t>A – Title pattern matching – same as before with minor adaptations:</a:t>
            </a:r>
          </a:p>
          <a:p>
            <a:r>
              <a:rPr lang="en-US" sz="1400" dirty="0">
                <a:solidFill>
                  <a:schemeClr val="accent4">
                    <a:lumMod val="25000"/>
                  </a:schemeClr>
                </a:solidFill>
              </a:rPr>
              <a:t>           	</a:t>
            </a:r>
            <a:r>
              <a:rPr lang="en-US" sz="1200" dirty="0">
                <a:solidFill>
                  <a:schemeClr val="accent4">
                    <a:lumMod val="25000"/>
                  </a:schemeClr>
                </a:solidFill>
              </a:rPr>
              <a:t>For new methodology, we use the same tittle pattern matching procedure as before with minor improvements (updated language detection library, lemmatization instead 	of stemming). The underlying assumption that a project is mainly focused on statistics if the respective keyword appears in the project title seems very reasonable. 	Therefore, by matching keywords in titles, we can introduce an additional focus on topics of our choice (e.g. data science,…) instead of just relying on the purpose codes. 	In addition, this would allow to adapt the methodology easily to new topics (e.g. AI, environment,…) by just exchanging the keyword lists (and potentially selecting 	different purpose codes).</a:t>
            </a:r>
          </a:p>
          <a:p>
            <a:endParaRPr lang="en-US" sz="1400" b="1" dirty="0">
              <a:solidFill>
                <a:schemeClr val="accent4">
                  <a:lumMod val="25000"/>
                </a:schemeClr>
              </a:solidFill>
            </a:endParaRPr>
          </a:p>
          <a:p>
            <a:r>
              <a:rPr lang="en-US" sz="1400" b="1" dirty="0">
                <a:solidFill>
                  <a:schemeClr val="accent4">
                    <a:lumMod val="25000"/>
                  </a:schemeClr>
                </a:solidFill>
              </a:rPr>
              <a:t>B – Text mining with new methodology:</a:t>
            </a:r>
          </a:p>
          <a:p>
            <a:pPr marL="800100" lvl="1" indent="-342900">
              <a:buFont typeface="+mj-lt"/>
              <a:buAutoNum type="arabicPeriod"/>
            </a:pPr>
            <a:r>
              <a:rPr lang="en-US" sz="1200" b="1" dirty="0">
                <a:solidFill>
                  <a:schemeClr val="accent4">
                    <a:lumMod val="25000"/>
                  </a:schemeClr>
                </a:solidFill>
              </a:rPr>
              <a:t>Data augmentation: </a:t>
            </a:r>
            <a:r>
              <a:rPr lang="en-US" sz="1200" dirty="0">
                <a:solidFill>
                  <a:schemeClr val="accent4">
                    <a:lumMod val="25000"/>
                  </a:schemeClr>
                </a:solidFill>
              </a:rPr>
              <a:t>not strictly necessary, but could improve performance and easy to implement with readily available libraries. Measures could include: synonym swaps (to make training set more robust), translations from </a:t>
            </a:r>
            <a:r>
              <a:rPr lang="en-US" sz="1200" dirty="0" err="1">
                <a:solidFill>
                  <a:schemeClr val="accent4">
                    <a:lumMod val="25000"/>
                  </a:schemeClr>
                </a:solidFill>
              </a:rPr>
              <a:t>en</a:t>
            </a:r>
            <a:r>
              <a:rPr lang="en-US" sz="1200" dirty="0">
                <a:solidFill>
                  <a:schemeClr val="accent4">
                    <a:lumMod val="25000"/>
                  </a:schemeClr>
                </a:solidFill>
              </a:rPr>
              <a:t> to </a:t>
            </a:r>
            <a:r>
              <a:rPr lang="en-US" sz="1200" dirty="0" err="1">
                <a:solidFill>
                  <a:schemeClr val="accent4">
                    <a:lumMod val="25000"/>
                  </a:schemeClr>
                </a:solidFill>
              </a:rPr>
              <a:t>fr</a:t>
            </a:r>
            <a:r>
              <a:rPr lang="en-US" sz="1200" dirty="0">
                <a:solidFill>
                  <a:schemeClr val="accent4">
                    <a:lumMod val="25000"/>
                  </a:schemeClr>
                </a:solidFill>
              </a:rPr>
              <a:t>/es/de (more labeled data for minority languages)</a:t>
            </a:r>
            <a:endParaRPr lang="en-US" sz="1200" b="1" dirty="0">
              <a:solidFill>
                <a:schemeClr val="accent4">
                  <a:lumMod val="25000"/>
                </a:schemeClr>
              </a:solidFill>
            </a:endParaRPr>
          </a:p>
          <a:p>
            <a:pPr marL="800100" lvl="1" indent="-342900">
              <a:buFont typeface="+mj-lt"/>
              <a:buAutoNum type="arabicPeriod"/>
            </a:pPr>
            <a:r>
              <a:rPr lang="en-US" sz="1200" b="1" dirty="0">
                <a:solidFill>
                  <a:schemeClr val="accent4">
                    <a:lumMod val="25000"/>
                  </a:schemeClr>
                </a:solidFill>
              </a:rPr>
              <a:t>Create Training/validation set: </a:t>
            </a:r>
            <a:r>
              <a:rPr lang="en-US" sz="1200" dirty="0">
                <a:solidFill>
                  <a:schemeClr val="accent4">
                    <a:lumMod val="25000"/>
                  </a:schemeClr>
                </a:solidFill>
              </a:rPr>
              <a:t>Use purpose code &amp; title match as positive label, randomly sample negative labeled from rest</a:t>
            </a:r>
            <a:endParaRPr lang="en-US" sz="1200" b="1" dirty="0">
              <a:solidFill>
                <a:schemeClr val="accent4">
                  <a:lumMod val="25000"/>
                </a:schemeClr>
              </a:solidFill>
            </a:endParaRPr>
          </a:p>
          <a:p>
            <a:pPr marL="800100" lvl="1" indent="-342900">
              <a:buFont typeface="+mj-lt"/>
              <a:buAutoNum type="arabicPeriod"/>
            </a:pPr>
            <a:r>
              <a:rPr lang="en-US" sz="1200" b="1" dirty="0">
                <a:solidFill>
                  <a:schemeClr val="accent4">
                    <a:lumMod val="25000"/>
                  </a:schemeClr>
                </a:solidFill>
              </a:rPr>
              <a:t>Fine-tune NN: </a:t>
            </a:r>
            <a:r>
              <a:rPr lang="en-US" sz="1200" dirty="0">
                <a:solidFill>
                  <a:schemeClr val="accent4">
                    <a:lumMod val="25000"/>
                  </a:schemeClr>
                </a:solidFill>
              </a:rPr>
              <a:t>download models and test if feasible on local machine/CPU. Likely necessary to use services which provide GPU compute but overall our task is not too resource intensive (XLM-R 550m parameters vs. 8B for smallest Llama which can be used for inference locally on CPU), therefore free services like Google </a:t>
            </a:r>
            <a:r>
              <a:rPr lang="en-US" sz="1200" dirty="0" err="1">
                <a:solidFill>
                  <a:schemeClr val="accent4">
                    <a:lumMod val="25000"/>
                  </a:schemeClr>
                </a:solidFill>
              </a:rPr>
              <a:t>colab</a:t>
            </a:r>
            <a:r>
              <a:rPr lang="en-US" sz="1200" dirty="0">
                <a:solidFill>
                  <a:schemeClr val="accent4">
                    <a:lumMod val="25000"/>
                  </a:schemeClr>
                </a:solidFill>
              </a:rPr>
              <a:t> could be sufficient (upgrade to 10$ monthly plan available)</a:t>
            </a:r>
            <a:endParaRPr lang="en-US" sz="1400" b="1" dirty="0">
              <a:solidFill>
                <a:schemeClr val="accent4">
                  <a:lumMod val="25000"/>
                </a:schemeClr>
              </a:solidFill>
            </a:endParaRPr>
          </a:p>
          <a:p>
            <a:pPr marL="800100" lvl="1" indent="-342900">
              <a:buFont typeface="+mj-lt"/>
              <a:buAutoNum type="arabicPeriod"/>
            </a:pPr>
            <a:r>
              <a:rPr lang="en-US" sz="1200" b="1" dirty="0">
                <a:solidFill>
                  <a:schemeClr val="accent4">
                    <a:lumMod val="25000"/>
                  </a:schemeClr>
                </a:solidFill>
              </a:rPr>
              <a:t>Repeat 2.-4. to solve positive-labeled learning problem: </a:t>
            </a:r>
            <a:r>
              <a:rPr lang="en-US" sz="1200" dirty="0">
                <a:solidFill>
                  <a:schemeClr val="accent4">
                    <a:lumMod val="25000"/>
                  </a:schemeClr>
                </a:solidFill>
              </a:rPr>
              <a:t>replace randomly sampled negatives in training set with samples with high predicted negative probability. </a:t>
            </a:r>
            <a:r>
              <a:rPr lang="en-US" sz="1200" i="1" dirty="0">
                <a:solidFill>
                  <a:schemeClr val="accent4">
                    <a:lumMod val="25000"/>
                  </a:schemeClr>
                </a:solidFill>
              </a:rPr>
              <a:t>Alternatively:</a:t>
            </a:r>
            <a:r>
              <a:rPr lang="en-US" sz="1200" dirty="0">
                <a:solidFill>
                  <a:schemeClr val="accent4">
                    <a:lumMod val="25000"/>
                  </a:schemeClr>
                </a:solidFill>
              </a:rPr>
              <a:t> Use a zero-shot classification (without fine-tuning) before creating the training/validation set -&gt; fine-tune only once </a:t>
            </a:r>
          </a:p>
          <a:p>
            <a:pPr marL="800100" lvl="1" indent="-342900">
              <a:buFont typeface="+mj-lt"/>
              <a:buAutoNum type="arabicPeriod"/>
            </a:pPr>
            <a:r>
              <a:rPr lang="en-US" sz="1200" b="1" dirty="0">
                <a:solidFill>
                  <a:schemeClr val="accent4">
                    <a:lumMod val="25000"/>
                  </a:schemeClr>
                </a:solidFill>
              </a:rPr>
              <a:t>Choose threshold for inclusion: </a:t>
            </a:r>
            <a:r>
              <a:rPr lang="en-US" sz="1200" dirty="0">
                <a:solidFill>
                  <a:schemeClr val="accent4">
                    <a:lumMod val="25000"/>
                  </a:schemeClr>
                </a:solidFill>
              </a:rPr>
              <a:t>every project will be given a probability 0-1 that it is a statistics project. A threshold could be chosen based on common metrics (accuracy, precision, recall, F1) or manual inspection of descriptions around for various thresholds. </a:t>
            </a:r>
            <a:endParaRPr lang="en-US" sz="1200" b="1" dirty="0">
              <a:solidFill>
                <a:schemeClr val="accent4">
                  <a:lumMod val="25000"/>
                </a:schemeClr>
              </a:solidFill>
            </a:endParaRPr>
          </a:p>
          <a:p>
            <a:pPr marL="742950" lvl="1" indent="-285750">
              <a:buFont typeface="Arial" panose="020B0604020202020204" pitchFamily="34" charset="0"/>
              <a:buChar char="•"/>
            </a:pPr>
            <a:endParaRPr lang="en-US" sz="1400" b="1" dirty="0">
              <a:solidFill>
                <a:schemeClr val="accent4">
                  <a:lumMod val="25000"/>
                </a:schemeClr>
              </a:solidFill>
            </a:endParaRPr>
          </a:p>
        </p:txBody>
      </p:sp>
    </p:spTree>
    <p:extLst>
      <p:ext uri="{BB962C8B-B14F-4D97-AF65-F5344CB8AC3E}">
        <p14:creationId xmlns:p14="http://schemas.microsoft.com/office/powerpoint/2010/main" val="4167649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F792B-5BF4-3FFE-6746-0AC711B77EF2}"/>
            </a:ext>
          </a:extLst>
        </p:cNvPr>
        <p:cNvGrpSpPr/>
        <p:nvPr/>
      </p:nvGrpSpPr>
      <p:grpSpPr>
        <a:xfrm>
          <a:off x="0" y="0"/>
          <a:ext cx="0" cy="0"/>
          <a:chOff x="0" y="0"/>
          <a:chExt cx="0" cy="0"/>
        </a:xfrm>
      </p:grpSpPr>
      <p:sp>
        <p:nvSpPr>
          <p:cNvPr id="112" name="TextBox 111">
            <a:extLst>
              <a:ext uri="{FF2B5EF4-FFF2-40B4-BE49-F238E27FC236}">
                <a16:creationId xmlns:a16="http://schemas.microsoft.com/office/drawing/2014/main" id="{32FDE849-4C68-D2EC-118F-452DDC95D79C}"/>
              </a:ext>
            </a:extLst>
          </p:cNvPr>
          <p:cNvSpPr txBox="1"/>
          <p:nvPr/>
        </p:nvSpPr>
        <p:spPr>
          <a:xfrm>
            <a:off x="1099631" y="1346933"/>
            <a:ext cx="6415218" cy="461665"/>
          </a:xfrm>
          <a:prstGeom prst="rect">
            <a:avLst/>
          </a:prstGeom>
          <a:noFill/>
        </p:spPr>
        <p:txBody>
          <a:bodyPr wrap="none" rtlCol="0">
            <a:spAutoFit/>
          </a:bodyPr>
          <a:lstStyle/>
          <a:p>
            <a:r>
              <a:rPr lang="en-US" sz="2400" b="1" dirty="0">
                <a:solidFill>
                  <a:schemeClr val="accent2">
                    <a:lumMod val="75000"/>
                  </a:schemeClr>
                </a:solidFill>
              </a:rPr>
              <a:t>4. Comparison current vs proposed methodology</a:t>
            </a:r>
          </a:p>
        </p:txBody>
      </p:sp>
      <p:sp>
        <p:nvSpPr>
          <p:cNvPr id="5" name="Title 4">
            <a:extLst>
              <a:ext uri="{FF2B5EF4-FFF2-40B4-BE49-F238E27FC236}">
                <a16:creationId xmlns:a16="http://schemas.microsoft.com/office/drawing/2014/main" id="{1A008592-2E49-73E3-4D41-774002A1B044}"/>
              </a:ext>
            </a:extLst>
          </p:cNvPr>
          <p:cNvSpPr>
            <a:spLocks noGrp="1"/>
          </p:cNvSpPr>
          <p:nvPr>
            <p:ph type="title"/>
          </p:nvPr>
        </p:nvSpPr>
        <p:spPr/>
        <p:txBody>
          <a:bodyPr/>
          <a:lstStyle/>
          <a:p>
            <a:r>
              <a:rPr lang="en-US" dirty="0"/>
              <a:t>4. Methodology Proposal </a:t>
            </a:r>
          </a:p>
        </p:txBody>
      </p:sp>
      <p:graphicFrame>
        <p:nvGraphicFramePr>
          <p:cNvPr id="2" name="Table 1">
            <a:extLst>
              <a:ext uri="{FF2B5EF4-FFF2-40B4-BE49-F238E27FC236}">
                <a16:creationId xmlns:a16="http://schemas.microsoft.com/office/drawing/2014/main" id="{4645235B-7FB4-4339-DC41-31522723254B}"/>
              </a:ext>
            </a:extLst>
          </p:cNvPr>
          <p:cNvGraphicFramePr>
            <a:graphicFrameLocks noGrp="1"/>
          </p:cNvGraphicFramePr>
          <p:nvPr>
            <p:extLst>
              <p:ext uri="{D42A27DB-BD31-4B8C-83A1-F6EECF244321}">
                <p14:modId xmlns:p14="http://schemas.microsoft.com/office/powerpoint/2010/main" val="2667109547"/>
              </p:ext>
            </p:extLst>
          </p:nvPr>
        </p:nvGraphicFramePr>
        <p:xfrm>
          <a:off x="1099631" y="2435426"/>
          <a:ext cx="9991493" cy="3120797"/>
        </p:xfrm>
        <a:graphic>
          <a:graphicData uri="http://schemas.openxmlformats.org/drawingml/2006/table">
            <a:tbl>
              <a:tblPr firstRow="1" bandRow="1">
                <a:tableStyleId>{C083E6E3-FA7D-4D7B-A595-EF9225AFEA82}</a:tableStyleId>
              </a:tblPr>
              <a:tblGrid>
                <a:gridCol w="2189728">
                  <a:extLst>
                    <a:ext uri="{9D8B030D-6E8A-4147-A177-3AD203B41FA5}">
                      <a16:colId xmlns:a16="http://schemas.microsoft.com/office/drawing/2014/main" val="777397287"/>
                    </a:ext>
                  </a:extLst>
                </a:gridCol>
                <a:gridCol w="2189728">
                  <a:extLst>
                    <a:ext uri="{9D8B030D-6E8A-4147-A177-3AD203B41FA5}">
                      <a16:colId xmlns:a16="http://schemas.microsoft.com/office/drawing/2014/main" val="4096504727"/>
                    </a:ext>
                  </a:extLst>
                </a:gridCol>
                <a:gridCol w="2774377">
                  <a:extLst>
                    <a:ext uri="{9D8B030D-6E8A-4147-A177-3AD203B41FA5}">
                      <a16:colId xmlns:a16="http://schemas.microsoft.com/office/drawing/2014/main" val="2317183212"/>
                    </a:ext>
                  </a:extLst>
                </a:gridCol>
                <a:gridCol w="2837660">
                  <a:extLst>
                    <a:ext uri="{9D8B030D-6E8A-4147-A177-3AD203B41FA5}">
                      <a16:colId xmlns:a16="http://schemas.microsoft.com/office/drawing/2014/main" val="1002970390"/>
                    </a:ext>
                  </a:extLst>
                </a:gridCol>
              </a:tblGrid>
              <a:tr h="270166">
                <a:tc>
                  <a:txBody>
                    <a:bodyPr/>
                    <a:lstStyle/>
                    <a:p>
                      <a:endParaRPr lang="en-US" sz="1400"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Steps </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Current methodology</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r>
                        <a:rPr lang="en-GB" sz="1400" dirty="0">
                          <a:solidFill>
                            <a:schemeClr val="accent4">
                              <a:lumMod val="25000"/>
                            </a:schemeClr>
                          </a:solidFill>
                        </a:rPr>
                        <a:t>Proposed methodology </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146402628"/>
                  </a:ext>
                </a:extLst>
              </a:tr>
              <a:tr h="328701">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GB" sz="1400" b="1" dirty="0">
                          <a:solidFill>
                            <a:schemeClr val="accent4">
                              <a:lumMod val="25000"/>
                            </a:schemeClr>
                          </a:solidFill>
                        </a:rPr>
                        <a:t>Preparation </a:t>
                      </a:r>
                      <a:endParaRPr lang="en-US" sz="1400" b="1"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tcPr>
                </a:tc>
                <a:tc>
                  <a:txBody>
                    <a:bodyPr/>
                    <a:lstStyle/>
                    <a:p>
                      <a:endParaRPr lang="en-US" sz="1400" b="1"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Manual Individual file download</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Automatic bulk download from API</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solidFill>
                      <a:srgbClr val="F6DEDB"/>
                    </a:solidFill>
                  </a:tcPr>
                </a:tc>
                <a:extLst>
                  <a:ext uri="{0D108BD9-81ED-4DB2-BD59-A6C34878D82A}">
                    <a16:rowId xmlns:a16="http://schemas.microsoft.com/office/drawing/2014/main" val="1017677721"/>
                  </a:ext>
                </a:extLst>
              </a:tr>
              <a:tr h="270166">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GB" sz="1400" b="1" dirty="0">
                          <a:solidFill>
                            <a:schemeClr val="accent4">
                              <a:lumMod val="25000"/>
                            </a:schemeClr>
                          </a:solidFill>
                        </a:rPr>
                        <a:t>A –</a:t>
                      </a:r>
                      <a:r>
                        <a:rPr lang="en-US" sz="1400" b="1" dirty="0">
                          <a:solidFill>
                            <a:schemeClr val="accent4">
                              <a:lumMod val="25000"/>
                            </a:schemeClr>
                          </a:solidFill>
                        </a:rPr>
                        <a:t> Title pattern matching</a:t>
                      </a:r>
                      <a:endParaRPr lang="en-GB" sz="1400" b="1"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GB" sz="1400" dirty="0">
                          <a:solidFill>
                            <a:schemeClr val="accent4">
                              <a:lumMod val="25000"/>
                            </a:schemeClr>
                          </a:solidFill>
                        </a:rPr>
                        <a:t>Clean text </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Remove punctuation, numbers,…</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Remove punctuation, numbers,…</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2419432719"/>
                  </a:ext>
                </a:extLst>
              </a:tr>
              <a:tr h="352716">
                <a:tc>
                  <a:txBody>
                    <a:bodyPr/>
                    <a:lstStyle/>
                    <a:p>
                      <a:endParaRPr lang="en-US" sz="1400"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solidFill>
                      <a:srgbClr val="EDEDED"/>
                    </a:solidFill>
                  </a:tcPr>
                </a:tc>
                <a:tc>
                  <a:txBody>
                    <a:bodyPr/>
                    <a:lstStyle/>
                    <a:p>
                      <a:r>
                        <a:rPr lang="en-GB" sz="1400" dirty="0">
                          <a:solidFill>
                            <a:schemeClr val="accent4">
                              <a:lumMod val="25000"/>
                            </a:schemeClr>
                          </a:solidFill>
                        </a:rPr>
                        <a:t>Language detection</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CLD2</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err="1">
                          <a:solidFill>
                            <a:schemeClr val="accent4">
                              <a:lumMod val="25000"/>
                            </a:schemeClr>
                          </a:solidFill>
                        </a:rPr>
                        <a:t>fasttext</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solidFill>
                      <a:schemeClr val="bg1">
                        <a:lumMod val="75000"/>
                        <a:alpha val="20000"/>
                      </a:schemeClr>
                    </a:solidFill>
                  </a:tcPr>
                </a:tc>
                <a:extLst>
                  <a:ext uri="{0D108BD9-81ED-4DB2-BD59-A6C34878D82A}">
                    <a16:rowId xmlns:a16="http://schemas.microsoft.com/office/drawing/2014/main" val="3967388995"/>
                  </a:ext>
                </a:extLst>
              </a:tr>
              <a:tr h="325517">
                <a:tc>
                  <a:txBody>
                    <a:bodyPr/>
                    <a:lstStyle/>
                    <a:p>
                      <a:endParaRPr lang="en-US" sz="1400"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Keyword detection</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r>
                        <a:rPr lang="en-GB" sz="1400" dirty="0">
                          <a:solidFill>
                            <a:schemeClr val="accent4">
                              <a:lumMod val="25000"/>
                            </a:schemeClr>
                          </a:solidFill>
                        </a:rPr>
                        <a:t>Stemming </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noFill/>
                  </a:tcPr>
                </a:tc>
                <a:tc>
                  <a:txBody>
                    <a:bodyPr/>
                    <a:lstStyle/>
                    <a:p>
                      <a:r>
                        <a:rPr lang="en-GB" sz="1400" dirty="0">
                          <a:solidFill>
                            <a:schemeClr val="accent4">
                              <a:lumMod val="25000"/>
                            </a:schemeClr>
                          </a:solidFill>
                        </a:rPr>
                        <a:t>Lemmatization</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solidFill>
                      <a:srgbClr val="F7D6D1"/>
                    </a:solidFill>
                  </a:tcPr>
                </a:tc>
                <a:extLst>
                  <a:ext uri="{0D108BD9-81ED-4DB2-BD59-A6C34878D82A}">
                    <a16:rowId xmlns:a16="http://schemas.microsoft.com/office/drawing/2014/main" val="2314303272"/>
                  </a:ext>
                </a:extLst>
              </a:tr>
              <a:tr h="328701">
                <a:tc>
                  <a:txBody>
                    <a:bodyPr/>
                    <a:lstStyle/>
                    <a:p>
                      <a:endParaRPr lang="en-US" sz="1400"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Create final markers</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Use purpose code &amp; title match</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Use purpose code &amp; title match</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1269895553"/>
                  </a:ext>
                </a:extLst>
              </a:tr>
              <a:tr h="459281">
                <a:tc>
                  <a:txBody>
                    <a:bodyPr/>
                    <a:lstStyle/>
                    <a:p>
                      <a:r>
                        <a:rPr lang="en-GB" sz="1400" b="1" dirty="0">
                          <a:solidFill>
                            <a:schemeClr val="accent4">
                              <a:lumMod val="25000"/>
                            </a:schemeClr>
                          </a:solidFill>
                        </a:rPr>
                        <a:t>B – Text mining </a:t>
                      </a:r>
                      <a:endParaRPr lang="en-US" sz="1400" b="1"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tcPr>
                </a:tc>
                <a:tc>
                  <a:txBody>
                    <a:bodyPr/>
                    <a:lstStyle/>
                    <a:p>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Odds ratio for common words in matched long descriptions </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Data augmentation </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solidFill>
                      <a:srgbClr val="F6DEDB"/>
                    </a:solidFill>
                  </a:tcPr>
                </a:tc>
                <a:extLst>
                  <a:ext uri="{0D108BD9-81ED-4DB2-BD59-A6C34878D82A}">
                    <a16:rowId xmlns:a16="http://schemas.microsoft.com/office/drawing/2014/main" val="1757315216"/>
                  </a:ext>
                </a:extLst>
              </a:tr>
              <a:tr h="328701">
                <a:tc>
                  <a:txBody>
                    <a:bodyPr/>
                    <a:lstStyle/>
                    <a:p>
                      <a:endParaRPr lang="en-US" sz="1400"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tcPr>
                </a:tc>
                <a:tc>
                  <a:txBody>
                    <a:bodyPr/>
                    <a:lstStyle/>
                    <a:p>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Match acc. to threshold</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Fine-tune NN</a:t>
                      </a:r>
                    </a:p>
                  </a:txBody>
                  <a:tcPr>
                    <a:lnL w="12700" cap="flat" cmpd="sng" algn="ctr">
                      <a:solidFill>
                        <a:schemeClr val="accent1"/>
                      </a:solidFill>
                      <a:prstDash val="solid"/>
                      <a:round/>
                      <a:headEnd type="none" w="med" len="med"/>
                      <a:tailEnd type="none" w="med" len="med"/>
                    </a:lnL>
                    <a:solidFill>
                      <a:srgbClr val="F6DEDB"/>
                    </a:solidFill>
                  </a:tcPr>
                </a:tc>
                <a:extLst>
                  <a:ext uri="{0D108BD9-81ED-4DB2-BD59-A6C34878D82A}">
                    <a16:rowId xmlns:a16="http://schemas.microsoft.com/office/drawing/2014/main" val="3425285842"/>
                  </a:ext>
                </a:extLst>
              </a:tr>
              <a:tr h="328701">
                <a:tc>
                  <a:txBody>
                    <a:bodyPr/>
                    <a:lstStyle/>
                    <a:p>
                      <a:endParaRPr lang="en-US" sz="1400" dirty="0">
                        <a:solidFill>
                          <a:schemeClr val="accent4">
                            <a:lumMod val="25000"/>
                          </a:schemeClr>
                        </a:solidFill>
                      </a:endParaRPr>
                    </a:p>
                  </a:txBody>
                  <a:tcPr>
                    <a:lnR w="12700" cap="flat" cmpd="sng" algn="ctr">
                      <a:solidFill>
                        <a:schemeClr val="accent1"/>
                      </a:solidFill>
                      <a:prstDash val="solid"/>
                      <a:round/>
                      <a:headEnd type="none" w="med" len="med"/>
                      <a:tailEnd type="none" w="med" len="med"/>
                    </a:lnR>
                  </a:tcPr>
                </a:tc>
                <a:tc>
                  <a:txBody>
                    <a:bodyPr/>
                    <a:lstStyle/>
                    <a:p>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tcPr>
                </a:tc>
                <a:tc>
                  <a:txBody>
                    <a:bodyPr/>
                    <a:lstStyle/>
                    <a:p>
                      <a:r>
                        <a:rPr lang="en-GB" sz="1400" dirty="0">
                          <a:solidFill>
                            <a:schemeClr val="accent4">
                              <a:lumMod val="25000"/>
                            </a:schemeClr>
                          </a:solidFill>
                        </a:rPr>
                        <a:t>Predict using fine-tuned NN </a:t>
                      </a:r>
                      <a:endParaRPr lang="en-US" sz="1400" dirty="0">
                        <a:solidFill>
                          <a:schemeClr val="accent4">
                            <a:lumMod val="25000"/>
                          </a:schemeClr>
                        </a:solidFill>
                      </a:endParaRPr>
                    </a:p>
                  </a:txBody>
                  <a:tcPr>
                    <a:lnL w="12700" cap="flat" cmpd="sng" algn="ctr">
                      <a:solidFill>
                        <a:schemeClr val="accent1"/>
                      </a:solidFill>
                      <a:prstDash val="solid"/>
                      <a:round/>
                      <a:headEnd type="none" w="med" len="med"/>
                      <a:tailEnd type="none" w="med" len="med"/>
                    </a:lnL>
                    <a:solidFill>
                      <a:srgbClr val="F6DEDB"/>
                    </a:solidFill>
                  </a:tcPr>
                </a:tc>
                <a:extLst>
                  <a:ext uri="{0D108BD9-81ED-4DB2-BD59-A6C34878D82A}">
                    <a16:rowId xmlns:a16="http://schemas.microsoft.com/office/drawing/2014/main" val="4203695126"/>
                  </a:ext>
                </a:extLst>
              </a:tr>
            </a:tbl>
          </a:graphicData>
        </a:graphic>
      </p:graphicFrame>
    </p:spTree>
    <p:extLst>
      <p:ext uri="{BB962C8B-B14F-4D97-AF65-F5344CB8AC3E}">
        <p14:creationId xmlns:p14="http://schemas.microsoft.com/office/powerpoint/2010/main" val="33592062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FDC63-4DE5-EE4F-0117-59CEE81427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C688D-EC09-BEFF-4A78-E21CF270DE7A}"/>
              </a:ext>
            </a:extLst>
          </p:cNvPr>
          <p:cNvSpPr>
            <a:spLocks noGrp="1"/>
          </p:cNvSpPr>
          <p:nvPr>
            <p:ph type="title"/>
          </p:nvPr>
        </p:nvSpPr>
        <p:spPr/>
        <p:txBody>
          <a:bodyPr/>
          <a:lstStyle/>
          <a:p>
            <a:r>
              <a:rPr lang="en-US" sz="2800" dirty="0"/>
              <a:t>Up for discussion</a:t>
            </a:r>
          </a:p>
        </p:txBody>
      </p:sp>
      <p:sp>
        <p:nvSpPr>
          <p:cNvPr id="3" name="TextBox 2">
            <a:extLst>
              <a:ext uri="{FF2B5EF4-FFF2-40B4-BE49-F238E27FC236}">
                <a16:creationId xmlns:a16="http://schemas.microsoft.com/office/drawing/2014/main" id="{39F6D3BE-AA14-3BE7-F789-1821FF3E2FF8}"/>
              </a:ext>
            </a:extLst>
          </p:cNvPr>
          <p:cNvSpPr txBox="1"/>
          <p:nvPr/>
        </p:nvSpPr>
        <p:spPr>
          <a:xfrm>
            <a:off x="1331598" y="2067470"/>
            <a:ext cx="9279901" cy="3170099"/>
          </a:xfrm>
          <a:prstGeom prst="rect">
            <a:avLst/>
          </a:prstGeom>
          <a:noFill/>
        </p:spPr>
        <p:txBody>
          <a:bodyPr wrap="square" rtlCol="0">
            <a:spAutoFit/>
          </a:bodyPr>
          <a:lstStyle/>
          <a:p>
            <a:r>
              <a:rPr lang="en-US" sz="2000" b="1" dirty="0">
                <a:solidFill>
                  <a:schemeClr val="accent2"/>
                </a:solidFill>
              </a:rPr>
              <a:t>Open questions: </a:t>
            </a:r>
          </a:p>
          <a:p>
            <a:r>
              <a:rPr lang="en-US" sz="2000" b="1" dirty="0">
                <a:solidFill>
                  <a:schemeClr val="accent2"/>
                </a:solidFill>
              </a:rPr>
              <a:t>	</a:t>
            </a:r>
            <a:endParaRPr lang="en-US" dirty="0">
              <a:solidFill>
                <a:schemeClr val="accent2"/>
              </a:solidFill>
            </a:endParaRPr>
          </a:p>
          <a:p>
            <a:pPr marL="914400" lvl="1" indent="-457200">
              <a:buFont typeface="+mj-lt"/>
              <a:buAutoNum type="arabicPeriod"/>
            </a:pPr>
            <a:r>
              <a:rPr lang="en-US" sz="2000" b="1" dirty="0">
                <a:solidFill>
                  <a:schemeClr val="accent2"/>
                </a:solidFill>
              </a:rPr>
              <a:t>Methodology note update until new methodology implemented?</a:t>
            </a:r>
          </a:p>
          <a:p>
            <a:pPr marL="914400" lvl="1" indent="-457200">
              <a:buFont typeface="+mj-lt"/>
              <a:buAutoNum type="arabicPeriod"/>
            </a:pPr>
            <a:r>
              <a:rPr lang="en-US" sz="2000" b="1" dirty="0">
                <a:solidFill>
                  <a:schemeClr val="accent2"/>
                </a:solidFill>
              </a:rPr>
              <a:t>DAC donor profile collaboration continued? previously differing keyword lists </a:t>
            </a:r>
          </a:p>
          <a:p>
            <a:pPr marL="914400" lvl="1" indent="-457200">
              <a:buFont typeface="+mj-lt"/>
              <a:buAutoNum type="arabicPeriod"/>
            </a:pPr>
            <a:r>
              <a:rPr lang="en-US" sz="2000" b="1" dirty="0">
                <a:solidFill>
                  <a:schemeClr val="accent2"/>
                </a:solidFill>
              </a:rPr>
              <a:t>Outreach to OECD data science community for feedback/testing/review?</a:t>
            </a:r>
          </a:p>
          <a:p>
            <a:pPr marL="914400" lvl="1" indent="-457200">
              <a:buFont typeface="+mj-lt"/>
              <a:buAutoNum type="arabicPeriod"/>
            </a:pPr>
            <a:r>
              <a:rPr lang="en-US" sz="2000" b="1" dirty="0">
                <a:solidFill>
                  <a:schemeClr val="accent2"/>
                </a:solidFill>
              </a:rPr>
              <a:t>Keyword list review?</a:t>
            </a:r>
          </a:p>
          <a:p>
            <a:pPr marL="914400" lvl="1" indent="-457200">
              <a:buFont typeface="+mj-lt"/>
              <a:buAutoNum type="arabicPeriod"/>
            </a:pPr>
            <a:r>
              <a:rPr lang="en-US" sz="2000" b="1" dirty="0">
                <a:solidFill>
                  <a:schemeClr val="accent2"/>
                </a:solidFill>
              </a:rPr>
              <a:t>Additional P21 requirements?</a:t>
            </a:r>
          </a:p>
          <a:p>
            <a:pPr marL="914400" lvl="1" indent="-457200">
              <a:buFont typeface="+mj-lt"/>
              <a:buAutoNum type="arabicPeriod"/>
            </a:pPr>
            <a:endParaRPr lang="en-US" sz="2000" b="1" dirty="0">
              <a:solidFill>
                <a:schemeClr val="accent2"/>
              </a:solidFill>
            </a:endParaRPr>
          </a:p>
          <a:p>
            <a:pPr marL="914400" lvl="1" indent="-457200">
              <a:buFont typeface="+mj-lt"/>
              <a:buAutoNum type="arabicPeriod"/>
            </a:pPr>
            <a:endParaRPr lang="en-US" sz="2000" b="1" dirty="0">
              <a:solidFill>
                <a:schemeClr val="accent2"/>
              </a:solidFill>
            </a:endParaRPr>
          </a:p>
          <a:p>
            <a:pPr marL="914400" lvl="1" indent="-457200">
              <a:buFont typeface="+mj-lt"/>
              <a:buAutoNum type="arabicPeriod"/>
            </a:pPr>
            <a:endParaRPr lang="en-US" sz="2000" b="1" dirty="0">
              <a:solidFill>
                <a:schemeClr val="accent2"/>
              </a:solidFill>
            </a:endParaRPr>
          </a:p>
        </p:txBody>
      </p:sp>
    </p:spTree>
    <p:extLst>
      <p:ext uri="{BB962C8B-B14F-4D97-AF65-F5344CB8AC3E}">
        <p14:creationId xmlns:p14="http://schemas.microsoft.com/office/powerpoint/2010/main" val="190078785"/>
      </p:ext>
    </p:extLst>
  </p:cSld>
  <p:clrMapOvr>
    <a:masterClrMapping/>
  </p:clrMapOvr>
</p:sld>
</file>

<file path=ppt/theme/theme1.xml><?xml version="1.0" encoding="utf-8"?>
<a:theme xmlns:a="http://schemas.openxmlformats.org/drawingml/2006/main" name="2_Conception personnalisée">
  <a:themeElements>
    <a:clrScheme name="Personnalisé 1">
      <a:dk1>
        <a:srgbClr val="009B9D"/>
      </a:dk1>
      <a:lt1>
        <a:srgbClr val="EB6651"/>
      </a:lt1>
      <a:dk2>
        <a:srgbClr val="EC9A3B"/>
      </a:dk2>
      <a:lt2>
        <a:srgbClr val="A46A25"/>
      </a:lt2>
      <a:accent1>
        <a:srgbClr val="2F2F2F"/>
      </a:accent1>
      <a:accent2>
        <a:srgbClr val="656565"/>
      </a:accent2>
      <a:accent3>
        <a:srgbClr val="A5A5A5"/>
      </a:accent3>
      <a:accent4>
        <a:srgbClr val="EDEDED"/>
      </a:accent4>
      <a:accent5>
        <a:srgbClr val="FFFFFF"/>
      </a:accent5>
      <a:accent6>
        <a:srgbClr val="FFFFFF"/>
      </a:accent6>
      <a:hlink>
        <a:srgbClr val="A46A25"/>
      </a:hlink>
      <a:folHlink>
        <a:srgbClr val="A46A2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99FF69887386043AE52AE0482D09D81" ma:contentTypeVersion="0" ma:contentTypeDescription="Create a new document." ma:contentTypeScope="" ma:versionID="f9a96c903f5f8b9cb6ce76fc674012ab">
  <xsd:schema xmlns:xsd="http://www.w3.org/2001/XMLSchema" xmlns:xs="http://www.w3.org/2001/XMLSchema" xmlns:p="http://schemas.microsoft.com/office/2006/metadata/properties" targetNamespace="http://schemas.microsoft.com/office/2006/metadata/properties" ma:root="true" ma:fieldsID="0967b7be50301903c78f9c39c6fd9af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190EF8-66FA-4B29-AB70-02E8B3934D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1F86891B-4669-48A6-9227-8438B252D105}">
  <ds:schemaRefs>
    <ds:schemaRef ds:uri="http://schemas.microsoft.com/office/2006/documentManagement/types"/>
    <ds:schemaRef ds:uri="http://schemas.microsoft.com/office/2006/metadata/properties"/>
    <ds:schemaRef ds:uri="429740f0-934e-48f3-b1b5-74a8c26728bf"/>
    <ds:schemaRef ds:uri="55d38bc1-e2b4-4a36-80a2-8ab356a87cb9"/>
    <ds:schemaRef ds:uri="http://purl.org/dc/terms/"/>
    <ds:schemaRef ds:uri="http://schemas.openxmlformats.org/package/2006/metadata/core-properties"/>
    <ds:schemaRef ds:uri="http://purl.org/dc/dcmitype/"/>
    <ds:schemaRef ds:uri="http://schemas.microsoft.com/office/infopath/2007/PartnerControls"/>
    <ds:schemaRef ds:uri="http://www.w3.org/XML/1998/namespace"/>
    <ds:schemaRef ds:uri="http://purl.org/dc/elements/1.1/"/>
  </ds:schemaRefs>
</ds:datastoreItem>
</file>

<file path=customXml/itemProps3.xml><?xml version="1.0" encoding="utf-8"?>
<ds:datastoreItem xmlns:ds="http://schemas.openxmlformats.org/officeDocument/2006/customXml" ds:itemID="{41EFA1F3-B1B7-4E85-B173-A252EB4424B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2491</Words>
  <Application>Microsoft Office PowerPoint</Application>
  <PresentationFormat>Widescreen</PresentationFormat>
  <Paragraphs>283</Paragraphs>
  <Slides>22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Arial Black</vt:lpstr>
      <vt:lpstr>Calibri</vt:lpstr>
      <vt:lpstr>Century Gothic</vt:lpstr>
      <vt:lpstr>Verdana</vt:lpstr>
      <vt:lpstr>2_Conception personnalisée</vt:lpstr>
      <vt:lpstr>PRESS methodology Modernization</vt:lpstr>
      <vt:lpstr>Content</vt:lpstr>
      <vt:lpstr>1. CRS Data</vt:lpstr>
      <vt:lpstr>1. CRS Data</vt:lpstr>
      <vt:lpstr>1. CRS Data</vt:lpstr>
      <vt:lpstr>1. CRS Data</vt:lpstr>
      <vt:lpstr>2. Methodological Requirements</vt:lpstr>
      <vt:lpstr>3. Current Methodology </vt:lpstr>
      <vt:lpstr>3. Current Methodology</vt:lpstr>
      <vt:lpstr>3. Current methodology</vt:lpstr>
      <vt:lpstr>PowerPoint Presentation</vt:lpstr>
      <vt:lpstr>4. Methodology Proposal </vt:lpstr>
      <vt:lpstr>4. Methodology Proposal </vt:lpstr>
      <vt:lpstr>4. Methodology Proposal </vt:lpstr>
      <vt:lpstr>4. Methodology Proposal </vt:lpstr>
      <vt:lpstr>4. Methodology Proposal </vt:lpstr>
      <vt:lpstr>4. Methodology Proposal </vt:lpstr>
      <vt:lpstr>4. Methodology Proposal </vt:lpstr>
      <vt:lpstr>4. Methodology Proposal </vt:lpstr>
      <vt:lpstr>4. Methodology Proposal </vt:lpstr>
      <vt:lpstr>4. Methodology Proposal </vt:lpstr>
      <vt:lpstr>Up for discussion</vt:lpstr>
    </vt:vector>
  </TitlesOfParts>
  <Company>OECD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PARIS21- promoting better data for better lives</dc:title>
  <dc:creator>POUPON Audrey, SDD/P21</dc:creator>
  <cp:lastModifiedBy>Johannes Abele</cp:lastModifiedBy>
  <cp:revision>74</cp:revision>
  <dcterms:created xsi:type="dcterms:W3CDTF">2019-09-10T09:33:30Z</dcterms:created>
  <dcterms:modified xsi:type="dcterms:W3CDTF">2025-04-14T10:44:02Z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ECDTopic">
    <vt:lpwstr>301;#PARIS21|69a82039-b463-46a0-89db-844dc6ff4751</vt:lpwstr>
  </property>
  <property fmtid="{D5CDD505-2E9C-101B-9397-08002B2CF9AE}" pid="3" name="OECDCountry">
    <vt:lpwstr/>
  </property>
  <property fmtid="{D5CDD505-2E9C-101B-9397-08002B2CF9AE}" pid="4" name="OECDCommittee">
    <vt:lpwstr/>
  </property>
  <property fmtid="{D5CDD505-2E9C-101B-9397-08002B2CF9AE}" pid="5" name="ContentTypeId">
    <vt:lpwstr>0x010100399FF69887386043AE52AE0482D09D81</vt:lpwstr>
  </property>
  <property fmtid="{D5CDD505-2E9C-101B-9397-08002B2CF9AE}" pid="6" name="OECDPWB">
    <vt:lpwstr>306;#5.1.5 Support to Statistics for Results (PARIS21)|1d347b57-e9f6-49f6-a510-0a777e30d8e2</vt:lpwstr>
  </property>
  <property fmtid="{D5CDD505-2E9C-101B-9397-08002B2CF9AE}" pid="7" name="eShareOrganisationTaxHTField0">
    <vt:lpwstr/>
  </property>
  <property fmtid="{D5CDD505-2E9C-101B-9397-08002B2CF9AE}" pid="8" name="OECDKeywords">
    <vt:lpwstr>304;#Management|a2b2dbd4-cb74-4e37-aefa-3822dac38b91;#305;#Board|4fb5ef23-e530-4800-8964-d6d66f65a02e</vt:lpwstr>
  </property>
  <property fmtid="{D5CDD505-2E9C-101B-9397-08002B2CF9AE}" pid="9" name="OECDHorizontalProjects">
    <vt:lpwstr/>
  </property>
  <property fmtid="{D5CDD505-2E9C-101B-9397-08002B2CF9AE}" pid="10" name="d0b6f6ac229144c2899590f0436d9385">
    <vt:lpwstr/>
  </property>
  <property fmtid="{D5CDD505-2E9C-101B-9397-08002B2CF9AE}" pid="11" name="OECDProject">
    <vt:lpwstr/>
  </property>
  <property fmtid="{D5CDD505-2E9C-101B-9397-08002B2CF9AE}" pid="12" name="OECDProjectOwnerStructure">
    <vt:lpwstr>303;#SDD/P21|0aa6a465-61c6-40fb-945e-c5c0f5d33f36</vt:lpwstr>
  </property>
  <property fmtid="{D5CDD505-2E9C-101B-9397-08002B2CF9AE}" pid="13" name="OECDOrganisation">
    <vt:lpwstr/>
  </property>
  <property fmtid="{D5CDD505-2E9C-101B-9397-08002B2CF9AE}" pid="14" name="_docset_NoMedatataSyncRequired">
    <vt:lpwstr>False</vt:lpwstr>
  </property>
</Properties>
</file>