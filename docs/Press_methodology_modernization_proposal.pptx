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394" r:id="rId6"/>
    <p:sldId id="371" r:id="rId7"/>
    <p:sldId id="370" r:id="rId8"/>
    <p:sldId id="393" r:id="rId9"/>
    <p:sldId id="376" r:id="rId10"/>
    <p:sldId id="392" r:id="rId11"/>
    <p:sldId id="387" r:id="rId12"/>
    <p:sldId id="38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3" userDrawn="1">
          <p15:clr>
            <a:srgbClr val="A4A3A4"/>
          </p15:clr>
        </p15:guide>
        <p15:guide id="2" pos="665" userDrawn="1">
          <p15:clr>
            <a:srgbClr val="A4A3A4"/>
          </p15:clr>
        </p15:guide>
        <p15:guide id="3" pos="5881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SRA Archita, SDD/P21" initials="MAS" lastIdx="1" clrIdx="0">
    <p:extLst>
      <p:ext uri="{19B8F6BF-5375-455C-9EA6-DF929625EA0E}">
        <p15:presenceInfo xmlns:p15="http://schemas.microsoft.com/office/powerpoint/2012/main" userId="S-1-5-21-2146598497-832928401-1254845835-1951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FF0"/>
    <a:srgbClr val="EFF4FB"/>
    <a:srgbClr val="BCD0EE"/>
    <a:srgbClr val="7C7C7C"/>
    <a:srgbClr val="149E9D"/>
    <a:srgbClr val="FFFFFF"/>
    <a:srgbClr val="FF0000"/>
    <a:srgbClr val="0066FF"/>
    <a:srgbClr val="0000FF"/>
    <a:srgbClr val="1443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81" y="48"/>
      </p:cViewPr>
      <p:guideLst>
        <p:guide orient="horz" pos="1593"/>
        <p:guide pos="665"/>
        <p:guide pos="588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nes Abele" userId="464195223dcae84f" providerId="LiveId" clId="{6CFBFCE7-F3C7-4315-8018-1954D3E0369D}"/>
    <pc:docChg chg="custSel modSld">
      <pc:chgData name="Johannes Abele" userId="464195223dcae84f" providerId="LiveId" clId="{6CFBFCE7-F3C7-4315-8018-1954D3E0369D}" dt="2025-02-27T15:52:59.345" v="186" actId="20577"/>
      <pc:docMkLst>
        <pc:docMk/>
      </pc:docMkLst>
      <pc:sldChg chg="modSp mod">
        <pc:chgData name="Johannes Abele" userId="464195223dcae84f" providerId="LiveId" clId="{6CFBFCE7-F3C7-4315-8018-1954D3E0369D}" dt="2025-02-27T15:42:58.256" v="36" actId="1076"/>
        <pc:sldMkLst>
          <pc:docMk/>
          <pc:sldMk cId="1050031534" sldId="257"/>
        </pc:sldMkLst>
        <pc:spChg chg="mod">
          <ac:chgData name="Johannes Abele" userId="464195223dcae84f" providerId="LiveId" clId="{6CFBFCE7-F3C7-4315-8018-1954D3E0369D}" dt="2025-02-27T15:42:53.908" v="35" actId="20577"/>
          <ac:spMkLst>
            <pc:docMk/>
            <pc:sldMk cId="1050031534" sldId="257"/>
            <ac:spMk id="4" creationId="{00000000-0000-0000-0000-000000000000}"/>
          </ac:spMkLst>
        </pc:spChg>
        <pc:spChg chg="mod">
          <ac:chgData name="Johannes Abele" userId="464195223dcae84f" providerId="LiveId" clId="{6CFBFCE7-F3C7-4315-8018-1954D3E0369D}" dt="2025-02-27T15:42:58.256" v="36" actId="1076"/>
          <ac:spMkLst>
            <pc:docMk/>
            <pc:sldMk cId="1050031534" sldId="257"/>
            <ac:spMk id="6" creationId="{00000000-0000-0000-0000-000000000000}"/>
          </ac:spMkLst>
        </pc:spChg>
      </pc:sldChg>
      <pc:sldChg chg="addSp delSp modSp mod">
        <pc:chgData name="Johannes Abele" userId="464195223dcae84f" providerId="LiveId" clId="{6CFBFCE7-F3C7-4315-8018-1954D3E0369D}" dt="2025-02-27T15:52:59.345" v="186" actId="20577"/>
        <pc:sldMkLst>
          <pc:docMk/>
          <pc:sldMk cId="2613744317" sldId="370"/>
        </pc:sldMkLst>
        <pc:spChg chg="add del mod">
          <ac:chgData name="Johannes Abele" userId="464195223dcae84f" providerId="LiveId" clId="{6CFBFCE7-F3C7-4315-8018-1954D3E0369D}" dt="2025-02-27T15:43:15.082" v="56" actId="478"/>
          <ac:spMkLst>
            <pc:docMk/>
            <pc:sldMk cId="2613744317" sldId="370"/>
            <ac:spMk id="3" creationId="{26A37E1E-AE0A-C582-9E6F-CA197F327763}"/>
          </ac:spMkLst>
        </pc:spChg>
        <pc:spChg chg="add mod">
          <ac:chgData name="Johannes Abele" userId="464195223dcae84f" providerId="LiveId" clId="{6CFBFCE7-F3C7-4315-8018-1954D3E0369D}" dt="2025-02-27T15:52:59.345" v="186" actId="20577"/>
          <ac:spMkLst>
            <pc:docMk/>
            <pc:sldMk cId="2613744317" sldId="370"/>
            <ac:spMk id="4" creationId="{09FD5394-B347-6A7F-091E-268D13450794}"/>
          </ac:spMkLst>
        </pc:spChg>
        <pc:spChg chg="mod">
          <ac:chgData name="Johannes Abele" userId="464195223dcae84f" providerId="LiveId" clId="{6CFBFCE7-F3C7-4315-8018-1954D3E0369D}" dt="2025-02-27T15:43:07.423" v="54" actId="20577"/>
          <ac:spMkLst>
            <pc:docMk/>
            <pc:sldMk cId="2613744317" sldId="370"/>
            <ac:spMk id="5" creationId="{00000000-0000-0000-0000-000000000000}"/>
          </ac:spMkLst>
        </pc:spChg>
        <pc:spChg chg="del">
          <ac:chgData name="Johannes Abele" userId="464195223dcae84f" providerId="LiveId" clId="{6CFBFCE7-F3C7-4315-8018-1954D3E0369D}" dt="2025-02-27T15:43:10.305" v="55" actId="478"/>
          <ac:spMkLst>
            <pc:docMk/>
            <pc:sldMk cId="2613744317" sldId="370"/>
            <ac:spMk id="6" creationId="{00000000-0000-0000-0000-000000000000}"/>
          </ac:spMkLst>
        </pc:spChg>
      </pc:sldChg>
    </pc:docChg>
  </pc:docChgLst>
  <pc:docChgLst>
    <pc:chgData name="Johannes Abele" userId="464195223dcae84f" providerId="LiveId" clId="{A1EDBAED-188D-40D8-9ED2-B9706FF80646}"/>
    <pc:docChg chg="modSld">
      <pc:chgData name="Johannes Abele" userId="464195223dcae84f" providerId="LiveId" clId="{A1EDBAED-188D-40D8-9ED2-B9706FF80646}" dt="2024-11-29T14:56:34.980" v="349" actId="14100"/>
      <pc:docMkLst>
        <pc:docMk/>
      </pc:docMkLst>
      <pc:sldChg chg="modSp mod">
        <pc:chgData name="Johannes Abele" userId="464195223dcae84f" providerId="LiveId" clId="{A1EDBAED-188D-40D8-9ED2-B9706FF80646}" dt="2024-11-29T14:45:33.442" v="10" actId="20577"/>
        <pc:sldMkLst>
          <pc:docMk/>
          <pc:sldMk cId="2921522425" sldId="373"/>
        </pc:sldMkLst>
        <pc:spChg chg="mod">
          <ac:chgData name="Johannes Abele" userId="464195223dcae84f" providerId="LiveId" clId="{A1EDBAED-188D-40D8-9ED2-B9706FF80646}" dt="2024-11-29T14:45:33.442" v="10" actId="20577"/>
          <ac:spMkLst>
            <pc:docMk/>
            <pc:sldMk cId="2921522425" sldId="373"/>
            <ac:spMk id="3" creationId="{5AF4234F-CCE8-BBB6-C3BE-616BD9F432EB}"/>
          </ac:spMkLst>
        </pc:spChg>
      </pc:sldChg>
      <pc:sldChg chg="modSp mod">
        <pc:chgData name="Johannes Abele" userId="464195223dcae84f" providerId="LiveId" clId="{A1EDBAED-188D-40D8-9ED2-B9706FF80646}" dt="2024-11-29T14:54:15.863" v="247" actId="20577"/>
        <pc:sldMkLst>
          <pc:docMk/>
          <pc:sldMk cId="701218262" sldId="374"/>
        </pc:sldMkLst>
        <pc:spChg chg="mod">
          <ac:chgData name="Johannes Abele" userId="464195223dcae84f" providerId="LiveId" clId="{A1EDBAED-188D-40D8-9ED2-B9706FF80646}" dt="2024-11-29T14:54:15.863" v="247" actId="20577"/>
          <ac:spMkLst>
            <pc:docMk/>
            <pc:sldMk cId="701218262" sldId="374"/>
            <ac:spMk id="3" creationId="{F46FBDE3-FCFF-6B4F-E61E-E6FDCCC7C829}"/>
          </ac:spMkLst>
        </pc:spChg>
      </pc:sldChg>
      <pc:sldChg chg="modSp mod">
        <pc:chgData name="Johannes Abele" userId="464195223dcae84f" providerId="LiveId" clId="{A1EDBAED-188D-40D8-9ED2-B9706FF80646}" dt="2024-11-29T14:28:34.452" v="1" actId="20577"/>
        <pc:sldMkLst>
          <pc:docMk/>
          <pc:sldMk cId="3623824763" sldId="375"/>
        </pc:sldMkLst>
        <pc:graphicFrameChg chg="modGraphic">
          <ac:chgData name="Johannes Abele" userId="464195223dcae84f" providerId="LiveId" clId="{A1EDBAED-188D-40D8-9ED2-B9706FF80646}" dt="2024-11-29T14:28:34.452" v="1" actId="20577"/>
          <ac:graphicFrameMkLst>
            <pc:docMk/>
            <pc:sldMk cId="3623824763" sldId="375"/>
            <ac:graphicFrameMk id="5" creationId="{A64103E5-C3DD-74C9-7E6A-50F4744C45B0}"/>
          </ac:graphicFrameMkLst>
        </pc:graphicFrameChg>
      </pc:sldChg>
      <pc:sldChg chg="addSp modSp mod">
        <pc:chgData name="Johannes Abele" userId="464195223dcae84f" providerId="LiveId" clId="{A1EDBAED-188D-40D8-9ED2-B9706FF80646}" dt="2024-11-29T14:56:34.980" v="349" actId="14100"/>
        <pc:sldMkLst>
          <pc:docMk/>
          <pc:sldMk cId="3497140579" sldId="386"/>
        </pc:sldMkLst>
        <pc:spChg chg="mod">
          <ac:chgData name="Johannes Abele" userId="464195223dcae84f" providerId="LiveId" clId="{A1EDBAED-188D-40D8-9ED2-B9706FF80646}" dt="2024-11-29T14:55:33.294" v="337" actId="20577"/>
          <ac:spMkLst>
            <pc:docMk/>
            <pc:sldMk cId="3497140579" sldId="386"/>
            <ac:spMk id="3" creationId="{4FFE266F-A061-51F4-1135-EBBA14FF7927}"/>
          </ac:spMkLst>
        </pc:spChg>
        <pc:cxnChg chg="add mod">
          <ac:chgData name="Johannes Abele" userId="464195223dcae84f" providerId="LiveId" clId="{A1EDBAED-188D-40D8-9ED2-B9706FF80646}" dt="2024-11-29T14:56:34.980" v="349" actId="14100"/>
          <ac:cxnSpMkLst>
            <pc:docMk/>
            <pc:sldMk cId="3497140579" sldId="386"/>
            <ac:cxnSpMk id="6" creationId="{0194EE07-FB74-5F1A-C82B-569D3B261751}"/>
          </ac:cxnSpMkLst>
        </pc:cxnChg>
        <pc:cxnChg chg="add mod">
          <ac:chgData name="Johannes Abele" userId="464195223dcae84f" providerId="LiveId" clId="{A1EDBAED-188D-40D8-9ED2-B9706FF80646}" dt="2024-11-29T14:56:23.443" v="345" actId="14100"/>
          <ac:cxnSpMkLst>
            <pc:docMk/>
            <pc:sldMk cId="3497140579" sldId="386"/>
            <ac:cxnSpMk id="7" creationId="{3D24A6E4-F8DA-EB85-0D51-AFA8F34F0A62}"/>
          </ac:cxnSpMkLst>
        </pc:cxnChg>
        <pc:cxnChg chg="add mod">
          <ac:chgData name="Johannes Abele" userId="464195223dcae84f" providerId="LiveId" clId="{A1EDBAED-188D-40D8-9ED2-B9706FF80646}" dt="2024-11-29T14:56:27.665" v="348" actId="14100"/>
          <ac:cxnSpMkLst>
            <pc:docMk/>
            <pc:sldMk cId="3497140579" sldId="386"/>
            <ac:cxnSpMk id="11" creationId="{F1A3745C-F234-7C95-A303-55DE4D9C2C60}"/>
          </ac:cxnSpMkLst>
        </pc:cxnChg>
      </pc:sldChg>
    </pc:docChg>
  </pc:docChgLst>
  <pc:docChgLst>
    <pc:chgData name="Johannes Abele" userId="464195223dcae84f" providerId="LiveId" clId="{7ED637F5-E0B0-43E8-854D-C04BEEB0229A}"/>
    <pc:docChg chg="undo custSel modSld">
      <pc:chgData name="Johannes Abele" userId="464195223dcae84f" providerId="LiveId" clId="{7ED637F5-E0B0-43E8-854D-C04BEEB0229A}" dt="2024-05-29T16:46:17.881" v="60" actId="20577"/>
      <pc:docMkLst>
        <pc:docMk/>
      </pc:docMkLst>
      <pc:sldChg chg="modSp mod">
        <pc:chgData name="Johannes Abele" userId="464195223dcae84f" providerId="LiveId" clId="{7ED637F5-E0B0-43E8-854D-C04BEEB0229A}" dt="2024-05-29T16:46:17.881" v="60" actId="20577"/>
        <pc:sldMkLst>
          <pc:docMk/>
          <pc:sldMk cId="1050031534" sldId="257"/>
        </pc:sldMkLst>
      </pc:sldChg>
    </pc:docChg>
  </pc:docChgLst>
  <pc:docChgLst>
    <pc:chgData name="Johannes Abele" userId="464195223dcae84f" providerId="LiveId" clId="{77CED077-DCD2-44CF-A72A-F1BC85E27B5A}"/>
    <pc:docChg chg="undo custSel addSld modSld sldOrd">
      <pc:chgData name="Johannes Abele" userId="464195223dcae84f" providerId="LiveId" clId="{77CED077-DCD2-44CF-A72A-F1BC85E27B5A}" dt="2025-02-25T14:58:47.232" v="2593" actId="20577"/>
      <pc:docMkLst>
        <pc:docMk/>
      </pc:docMkLst>
      <pc:sldChg chg="modSp mod">
        <pc:chgData name="Johannes Abele" userId="464195223dcae84f" providerId="LiveId" clId="{77CED077-DCD2-44CF-A72A-F1BC85E27B5A}" dt="2025-02-25T11:53:15.890" v="1275" actId="1076"/>
        <pc:sldMkLst>
          <pc:docMk/>
          <pc:sldMk cId="1050031534" sldId="257"/>
        </pc:sldMkLst>
        <pc:spChg chg="mod">
          <ac:chgData name="Johannes Abele" userId="464195223dcae84f" providerId="LiveId" clId="{77CED077-DCD2-44CF-A72A-F1BC85E27B5A}" dt="2025-02-25T11:53:11.195" v="1274" actId="20577"/>
          <ac:spMkLst>
            <pc:docMk/>
            <pc:sldMk cId="1050031534" sldId="257"/>
            <ac:spMk id="4" creationId="{00000000-0000-0000-0000-000000000000}"/>
          </ac:spMkLst>
        </pc:spChg>
        <pc:spChg chg="mod">
          <ac:chgData name="Johannes Abele" userId="464195223dcae84f" providerId="LiveId" clId="{77CED077-DCD2-44CF-A72A-F1BC85E27B5A}" dt="2025-02-25T11:53:15.890" v="1275" actId="1076"/>
          <ac:spMkLst>
            <pc:docMk/>
            <pc:sldMk cId="1050031534" sldId="257"/>
            <ac:spMk id="6" creationId="{00000000-0000-0000-0000-000000000000}"/>
          </ac:spMkLst>
        </pc:spChg>
      </pc:sldChg>
      <pc:sldChg chg="modSp mod">
        <pc:chgData name="Johannes Abele" userId="464195223dcae84f" providerId="LiveId" clId="{77CED077-DCD2-44CF-A72A-F1BC85E27B5A}" dt="2025-02-25T14:58:18.581" v="2574" actId="20577"/>
        <pc:sldMkLst>
          <pc:docMk/>
          <pc:sldMk cId="2613744317" sldId="370"/>
        </pc:sldMkLst>
        <pc:spChg chg="mod">
          <ac:chgData name="Johannes Abele" userId="464195223dcae84f" providerId="LiveId" clId="{77CED077-DCD2-44CF-A72A-F1BC85E27B5A}" dt="2025-02-25T11:57:30.420" v="1354" actId="20577"/>
          <ac:spMkLst>
            <pc:docMk/>
            <pc:sldMk cId="2613744317" sldId="370"/>
            <ac:spMk id="5" creationId="{00000000-0000-0000-0000-000000000000}"/>
          </ac:spMkLst>
        </pc:spChg>
      </pc:sldChg>
      <pc:sldChg chg="modSp mod">
        <pc:chgData name="Johannes Abele" userId="464195223dcae84f" providerId="LiveId" clId="{77CED077-DCD2-44CF-A72A-F1BC85E27B5A}" dt="2025-02-25T12:12:24.547" v="1955" actId="20577"/>
        <pc:sldMkLst>
          <pc:docMk/>
          <pc:sldMk cId="624961153" sldId="371"/>
        </pc:sldMkLst>
        <pc:spChg chg="mod">
          <ac:chgData name="Johannes Abele" userId="464195223dcae84f" providerId="LiveId" clId="{77CED077-DCD2-44CF-A72A-F1BC85E27B5A}" dt="2025-02-25T12:12:24.547" v="1955" actId="20577"/>
          <ac:spMkLst>
            <pc:docMk/>
            <pc:sldMk cId="624961153" sldId="371"/>
            <ac:spMk id="2" creationId="{6664AA7F-0966-67AB-EF9B-D872855B4B54}"/>
          </ac:spMkLst>
        </pc:spChg>
        <pc:spChg chg="mod">
          <ac:chgData name="Johannes Abele" userId="464195223dcae84f" providerId="LiveId" clId="{77CED077-DCD2-44CF-A72A-F1BC85E27B5A}" dt="2025-02-25T11:42:46.197" v="863" actId="20577"/>
          <ac:spMkLst>
            <pc:docMk/>
            <pc:sldMk cId="624961153" sldId="371"/>
            <ac:spMk id="7" creationId="{4844CEC2-51DC-2976-2896-92ED6A3E04A9}"/>
          </ac:spMkLst>
        </pc:spChg>
      </pc:sldChg>
      <pc:sldChg chg="modSp mod">
        <pc:chgData name="Johannes Abele" userId="464195223dcae84f" providerId="LiveId" clId="{77CED077-DCD2-44CF-A72A-F1BC85E27B5A}" dt="2025-02-25T14:58:47.232" v="2593" actId="20577"/>
        <pc:sldMkLst>
          <pc:docMk/>
          <pc:sldMk cId="2921522425" sldId="373"/>
        </pc:sldMkLst>
        <pc:spChg chg="mod">
          <ac:chgData name="Johannes Abele" userId="464195223dcae84f" providerId="LiveId" clId="{77CED077-DCD2-44CF-A72A-F1BC85E27B5A}" dt="2025-02-25T11:59:30.238" v="1414" actId="20577"/>
          <ac:spMkLst>
            <pc:docMk/>
            <pc:sldMk cId="2921522425" sldId="373"/>
            <ac:spMk id="2" creationId="{27EC4A62-F963-722B-777A-B0C7A6FDFF30}"/>
          </ac:spMkLst>
        </pc:spChg>
        <pc:spChg chg="mod">
          <ac:chgData name="Johannes Abele" userId="464195223dcae84f" providerId="LiveId" clId="{77CED077-DCD2-44CF-A72A-F1BC85E27B5A}" dt="2025-02-25T14:58:47.232" v="2593" actId="20577"/>
          <ac:spMkLst>
            <pc:docMk/>
            <pc:sldMk cId="2921522425" sldId="373"/>
            <ac:spMk id="3" creationId="{5AF4234F-CCE8-BBB6-C3BE-616BD9F432EB}"/>
          </ac:spMkLst>
        </pc:spChg>
      </pc:sldChg>
      <pc:sldChg chg="modSp mod">
        <pc:chgData name="Johannes Abele" userId="464195223dcae84f" providerId="LiveId" clId="{77CED077-DCD2-44CF-A72A-F1BC85E27B5A}" dt="2025-02-25T11:54:19.070" v="1281" actId="20577"/>
        <pc:sldMkLst>
          <pc:docMk/>
          <pc:sldMk cId="701218262" sldId="374"/>
        </pc:sldMkLst>
        <pc:spChg chg="mod">
          <ac:chgData name="Johannes Abele" userId="464195223dcae84f" providerId="LiveId" clId="{77CED077-DCD2-44CF-A72A-F1BC85E27B5A}" dt="2025-02-25T11:41:12.331" v="749" actId="20577"/>
          <ac:spMkLst>
            <pc:docMk/>
            <pc:sldMk cId="701218262" sldId="374"/>
            <ac:spMk id="2" creationId="{6664AA7F-0966-67AB-EF9B-D872855B4B54}"/>
          </ac:spMkLst>
        </pc:spChg>
        <pc:spChg chg="mod">
          <ac:chgData name="Johannes Abele" userId="464195223dcae84f" providerId="LiveId" clId="{77CED077-DCD2-44CF-A72A-F1BC85E27B5A}" dt="2025-02-25T11:54:19.070" v="1281" actId="20577"/>
          <ac:spMkLst>
            <pc:docMk/>
            <pc:sldMk cId="701218262" sldId="374"/>
            <ac:spMk id="3" creationId="{F46FBDE3-FCFF-6B4F-E61E-E6FDCCC7C829}"/>
          </ac:spMkLst>
        </pc:spChg>
      </pc:sldChg>
      <pc:sldChg chg="mod modShow">
        <pc:chgData name="Johannes Abele" userId="464195223dcae84f" providerId="LiveId" clId="{77CED077-DCD2-44CF-A72A-F1BC85E27B5A}" dt="2025-02-25T11:33:30.015" v="506" actId="729"/>
        <pc:sldMkLst>
          <pc:docMk/>
          <pc:sldMk cId="3623824763" sldId="375"/>
        </pc:sldMkLst>
      </pc:sldChg>
      <pc:sldChg chg="addSp delSp modSp mod">
        <pc:chgData name="Johannes Abele" userId="464195223dcae84f" providerId="LiveId" clId="{77CED077-DCD2-44CF-A72A-F1BC85E27B5A}" dt="2025-02-25T12:03:21.386" v="1664" actId="14100"/>
        <pc:sldMkLst>
          <pc:docMk/>
          <pc:sldMk cId="4069746731" sldId="376"/>
        </pc:sldMkLst>
        <pc:spChg chg="mod">
          <ac:chgData name="Johannes Abele" userId="464195223dcae84f" providerId="LiveId" clId="{77CED077-DCD2-44CF-A72A-F1BC85E27B5A}" dt="2025-02-25T11:40:52.020" v="732" actId="20577"/>
          <ac:spMkLst>
            <pc:docMk/>
            <pc:sldMk cId="4069746731" sldId="376"/>
            <ac:spMk id="2" creationId="{D4219346-FA20-6108-2FAC-6F088C10B3FD}"/>
          </ac:spMkLst>
        </pc:spChg>
        <pc:spChg chg="mod">
          <ac:chgData name="Johannes Abele" userId="464195223dcae84f" providerId="LiveId" clId="{77CED077-DCD2-44CF-A72A-F1BC85E27B5A}" dt="2025-02-25T10:51:30.365" v="495" actId="20577"/>
          <ac:spMkLst>
            <pc:docMk/>
            <pc:sldMk cId="4069746731" sldId="376"/>
            <ac:spMk id="29" creationId="{BA5E106C-52EA-06AE-A217-F4323DC3B762}"/>
          </ac:spMkLst>
        </pc:spChg>
        <pc:spChg chg="mod">
          <ac:chgData name="Johannes Abele" userId="464195223dcae84f" providerId="LiveId" clId="{77CED077-DCD2-44CF-A72A-F1BC85E27B5A}" dt="2025-02-25T10:39:38.514" v="380" actId="33524"/>
          <ac:spMkLst>
            <pc:docMk/>
            <pc:sldMk cId="4069746731" sldId="376"/>
            <ac:spMk id="61" creationId="{8EFD27B4-80AB-FE3C-A17A-56A42DCABFDC}"/>
          </ac:spMkLst>
        </pc:spChg>
        <pc:spChg chg="mod">
          <ac:chgData name="Johannes Abele" userId="464195223dcae84f" providerId="LiveId" clId="{77CED077-DCD2-44CF-A72A-F1BC85E27B5A}" dt="2025-02-25T10:39:53.298" v="382" actId="1076"/>
          <ac:spMkLst>
            <pc:docMk/>
            <pc:sldMk cId="4069746731" sldId="376"/>
            <ac:spMk id="112" creationId="{A75272BC-4419-BD34-E004-79637A5D7015}"/>
          </ac:spMkLst>
        </pc:spChg>
        <pc:cxnChg chg="add mod">
          <ac:chgData name="Johannes Abele" userId="464195223dcae84f" providerId="LiveId" clId="{77CED077-DCD2-44CF-A72A-F1BC85E27B5A}" dt="2025-02-25T12:03:21.386" v="1664" actId="14100"/>
          <ac:cxnSpMkLst>
            <pc:docMk/>
            <pc:sldMk cId="4069746731" sldId="376"/>
            <ac:cxnSpMk id="6" creationId="{0B66E59B-8B02-F8A2-5801-AE8FD48568AD}"/>
          </ac:cxnSpMkLst>
        </pc:cxnChg>
        <pc:cxnChg chg="add mod">
          <ac:chgData name="Johannes Abele" userId="464195223dcae84f" providerId="LiveId" clId="{77CED077-DCD2-44CF-A72A-F1BC85E27B5A}" dt="2025-02-25T12:03:17.290" v="1663" actId="14100"/>
          <ac:cxnSpMkLst>
            <pc:docMk/>
            <pc:sldMk cId="4069746731" sldId="376"/>
            <ac:cxnSpMk id="7" creationId="{EE8C8C1C-D79C-F938-FAC3-F62942958DE8}"/>
          </ac:cxnSpMkLst>
        </pc:cxnChg>
        <pc:cxnChg chg="mod">
          <ac:chgData name="Johannes Abele" userId="464195223dcae84f" providerId="LiveId" clId="{77CED077-DCD2-44CF-A72A-F1BC85E27B5A}" dt="2025-02-25T10:39:38.514" v="380" actId="33524"/>
          <ac:cxnSpMkLst>
            <pc:docMk/>
            <pc:sldMk cId="4069746731" sldId="376"/>
            <ac:cxnSpMk id="95" creationId="{B61716BC-4692-6284-9773-3D1FAF8437F0}"/>
          </ac:cxnSpMkLst>
        </pc:cxnChg>
        <pc:cxnChg chg="mod">
          <ac:chgData name="Johannes Abele" userId="464195223dcae84f" providerId="LiveId" clId="{77CED077-DCD2-44CF-A72A-F1BC85E27B5A}" dt="2025-02-25T10:39:38.514" v="380" actId="33524"/>
          <ac:cxnSpMkLst>
            <pc:docMk/>
            <pc:sldMk cId="4069746731" sldId="376"/>
            <ac:cxnSpMk id="98" creationId="{0F551A2F-5316-2174-2A3E-14D8975DC060}"/>
          </ac:cxnSpMkLst>
        </pc:cxnChg>
      </pc:sldChg>
      <pc:sldChg chg="mod modShow">
        <pc:chgData name="Johannes Abele" userId="464195223dcae84f" providerId="LiveId" clId="{77CED077-DCD2-44CF-A72A-F1BC85E27B5A}" dt="2025-02-25T11:33:27.608" v="505" actId="729"/>
        <pc:sldMkLst>
          <pc:docMk/>
          <pc:sldMk cId="1286827918" sldId="377"/>
        </pc:sldMkLst>
      </pc:sldChg>
      <pc:sldChg chg="modSp mod">
        <pc:chgData name="Johannes Abele" userId="464195223dcae84f" providerId="LiveId" clId="{77CED077-DCD2-44CF-A72A-F1BC85E27B5A}" dt="2025-02-25T11:54:53.298" v="1285" actId="20577"/>
        <pc:sldMkLst>
          <pc:docMk/>
          <pc:sldMk cId="2613266043" sldId="379"/>
        </pc:sldMkLst>
        <pc:spChg chg="mod">
          <ac:chgData name="Johannes Abele" userId="464195223dcae84f" providerId="LiveId" clId="{77CED077-DCD2-44CF-A72A-F1BC85E27B5A}" dt="2025-02-25T11:54:53.298" v="1285" actId="20577"/>
          <ac:spMkLst>
            <pc:docMk/>
            <pc:sldMk cId="2613266043" sldId="379"/>
            <ac:spMk id="2" creationId="{B5016970-2B6A-54D5-17EE-E7A07CAAA0A7}"/>
          </ac:spMkLst>
        </pc:spChg>
      </pc:sldChg>
      <pc:sldChg chg="modSp mod modShow">
        <pc:chgData name="Johannes Abele" userId="464195223dcae84f" providerId="LiveId" clId="{77CED077-DCD2-44CF-A72A-F1BC85E27B5A}" dt="2025-02-25T14:32:57.418" v="2033" actId="20577"/>
        <pc:sldMkLst>
          <pc:docMk/>
          <pc:sldMk cId="1148394719" sldId="380"/>
        </pc:sldMkLst>
        <pc:spChg chg="mod">
          <ac:chgData name="Johannes Abele" userId="464195223dcae84f" providerId="LiveId" clId="{77CED077-DCD2-44CF-A72A-F1BC85E27B5A}" dt="2025-02-25T14:32:57.418" v="2033" actId="20577"/>
          <ac:spMkLst>
            <pc:docMk/>
            <pc:sldMk cId="1148394719" sldId="380"/>
            <ac:spMk id="2" creationId="{5A82CF9F-DCAC-431A-C6F6-C3208AF9A8D2}"/>
          </ac:spMkLst>
        </pc:spChg>
      </pc:sldChg>
      <pc:sldChg chg="modSp mod modShow">
        <pc:chgData name="Johannes Abele" userId="464195223dcae84f" providerId="LiveId" clId="{77CED077-DCD2-44CF-A72A-F1BC85E27B5A}" dt="2025-02-25T11:55:03.354" v="1295" actId="20577"/>
        <pc:sldMkLst>
          <pc:docMk/>
          <pc:sldMk cId="3889023416" sldId="381"/>
        </pc:sldMkLst>
        <pc:spChg chg="mod">
          <ac:chgData name="Johannes Abele" userId="464195223dcae84f" providerId="LiveId" clId="{77CED077-DCD2-44CF-A72A-F1BC85E27B5A}" dt="2025-02-25T11:55:03.354" v="1295" actId="20577"/>
          <ac:spMkLst>
            <pc:docMk/>
            <pc:sldMk cId="3889023416" sldId="381"/>
            <ac:spMk id="2" creationId="{222A7818-D2F2-4704-1F22-FAC90E764D08}"/>
          </ac:spMkLst>
        </pc:spChg>
      </pc:sldChg>
      <pc:sldChg chg="modSp mod modShow">
        <pc:chgData name="Johannes Abele" userId="464195223dcae84f" providerId="LiveId" clId="{77CED077-DCD2-44CF-A72A-F1BC85E27B5A}" dt="2025-02-25T14:33:00.619" v="2035" actId="20577"/>
        <pc:sldMkLst>
          <pc:docMk/>
          <pc:sldMk cId="4023714784" sldId="382"/>
        </pc:sldMkLst>
        <pc:spChg chg="mod">
          <ac:chgData name="Johannes Abele" userId="464195223dcae84f" providerId="LiveId" clId="{77CED077-DCD2-44CF-A72A-F1BC85E27B5A}" dt="2025-02-25T14:33:00.619" v="2035" actId="20577"/>
          <ac:spMkLst>
            <pc:docMk/>
            <pc:sldMk cId="4023714784" sldId="382"/>
            <ac:spMk id="2" creationId="{8BE17D66-6BD8-91E3-A95C-3922EF44A2A5}"/>
          </ac:spMkLst>
        </pc:spChg>
      </pc:sldChg>
      <pc:sldChg chg="modSp mod modShow">
        <pc:chgData name="Johannes Abele" userId="464195223dcae84f" providerId="LiveId" clId="{77CED077-DCD2-44CF-A72A-F1BC85E27B5A}" dt="2025-02-25T14:57:14.413" v="2534" actId="729"/>
        <pc:sldMkLst>
          <pc:docMk/>
          <pc:sldMk cId="1222544964" sldId="383"/>
        </pc:sldMkLst>
        <pc:spChg chg="mod">
          <ac:chgData name="Johannes Abele" userId="464195223dcae84f" providerId="LiveId" clId="{77CED077-DCD2-44CF-A72A-F1BC85E27B5A}" dt="2025-02-25T14:32:32.163" v="2031" actId="20577"/>
          <ac:spMkLst>
            <pc:docMk/>
            <pc:sldMk cId="1222544964" sldId="383"/>
            <ac:spMk id="2" creationId="{5233CA5A-4F4D-E88D-273A-6C44DDE2FB79}"/>
          </ac:spMkLst>
        </pc:spChg>
      </pc:sldChg>
      <pc:sldChg chg="mod modShow">
        <pc:chgData name="Johannes Abele" userId="464195223dcae84f" providerId="LiveId" clId="{77CED077-DCD2-44CF-A72A-F1BC85E27B5A}" dt="2025-02-25T11:33:31.668" v="507" actId="729"/>
        <pc:sldMkLst>
          <pc:docMk/>
          <pc:sldMk cId="3037061210" sldId="385"/>
        </pc:sldMkLst>
      </pc:sldChg>
      <pc:sldChg chg="modSp mod modShow">
        <pc:chgData name="Johannes Abele" userId="464195223dcae84f" providerId="LiveId" clId="{77CED077-DCD2-44CF-A72A-F1BC85E27B5A}" dt="2025-02-25T14:31:55.463" v="2011" actId="14100"/>
        <pc:sldMkLst>
          <pc:docMk/>
          <pc:sldMk cId="3497140579" sldId="386"/>
        </pc:sldMkLst>
        <pc:spChg chg="mod">
          <ac:chgData name="Johannes Abele" userId="464195223dcae84f" providerId="LiveId" clId="{77CED077-DCD2-44CF-A72A-F1BC85E27B5A}" dt="2025-02-25T11:55:36.697" v="1301" actId="20577"/>
          <ac:spMkLst>
            <pc:docMk/>
            <pc:sldMk cId="3497140579" sldId="386"/>
            <ac:spMk id="2" creationId="{9943FF19-BB4D-6809-E2AB-33E770A60BAF}"/>
          </ac:spMkLst>
        </pc:spChg>
        <pc:spChg chg="mod">
          <ac:chgData name="Johannes Abele" userId="464195223dcae84f" providerId="LiveId" clId="{77CED077-DCD2-44CF-A72A-F1BC85E27B5A}" dt="2025-02-25T11:56:24.625" v="1333" actId="20577"/>
          <ac:spMkLst>
            <pc:docMk/>
            <pc:sldMk cId="3497140579" sldId="386"/>
            <ac:spMk id="3" creationId="{4FFE266F-A061-51F4-1135-EBBA14FF7927}"/>
          </ac:spMkLst>
        </pc:spChg>
        <pc:cxnChg chg="mod">
          <ac:chgData name="Johannes Abele" userId="464195223dcae84f" providerId="LiveId" clId="{77CED077-DCD2-44CF-A72A-F1BC85E27B5A}" dt="2025-02-25T14:31:55.463" v="2011" actId="14100"/>
          <ac:cxnSpMkLst>
            <pc:docMk/>
            <pc:sldMk cId="3497140579" sldId="386"/>
            <ac:cxnSpMk id="6" creationId="{0194EE07-FB74-5F1A-C82B-569D3B261751}"/>
          </ac:cxnSpMkLst>
        </pc:cxnChg>
        <pc:cxnChg chg="mod">
          <ac:chgData name="Johannes Abele" userId="464195223dcae84f" providerId="LiveId" clId="{77CED077-DCD2-44CF-A72A-F1BC85E27B5A}" dt="2025-02-25T11:56:05.866" v="1318" actId="14100"/>
          <ac:cxnSpMkLst>
            <pc:docMk/>
            <pc:sldMk cId="3497140579" sldId="386"/>
            <ac:cxnSpMk id="7" creationId="{3D24A6E4-F8DA-EB85-0D51-AFA8F34F0A62}"/>
          </ac:cxnSpMkLst>
        </pc:cxnChg>
        <pc:cxnChg chg="mod">
          <ac:chgData name="Johannes Abele" userId="464195223dcae84f" providerId="LiveId" clId="{77CED077-DCD2-44CF-A72A-F1BC85E27B5A}" dt="2025-02-25T11:56:02.930" v="1317" actId="14100"/>
          <ac:cxnSpMkLst>
            <pc:docMk/>
            <pc:sldMk cId="3497140579" sldId="386"/>
            <ac:cxnSpMk id="11" creationId="{F1A3745C-F234-7C95-A303-55DE4D9C2C60}"/>
          </ac:cxnSpMkLst>
        </pc:cxnChg>
      </pc:sldChg>
      <pc:sldChg chg="addSp delSp modSp add mod">
        <pc:chgData name="Johannes Abele" userId="464195223dcae84f" providerId="LiveId" clId="{77CED077-DCD2-44CF-A72A-F1BC85E27B5A}" dt="2025-02-25T14:56:30.284" v="2533" actId="20577"/>
        <pc:sldMkLst>
          <pc:docMk/>
          <pc:sldMk cId="1330539844" sldId="387"/>
        </pc:sldMkLst>
        <pc:spChg chg="mod">
          <ac:chgData name="Johannes Abele" userId="464195223dcae84f" providerId="LiveId" clId="{77CED077-DCD2-44CF-A72A-F1BC85E27B5A}" dt="2025-02-25T11:41:07.609" v="744" actId="20577"/>
          <ac:spMkLst>
            <pc:docMk/>
            <pc:sldMk cId="1330539844" sldId="387"/>
            <ac:spMk id="2" creationId="{1803AD2B-E485-4E8B-0108-DA0ED518FD8D}"/>
          </ac:spMkLst>
        </pc:spChg>
        <pc:spChg chg="add mod">
          <ac:chgData name="Johannes Abele" userId="464195223dcae84f" providerId="LiveId" clId="{77CED077-DCD2-44CF-A72A-F1BC85E27B5A}" dt="2025-02-25T10:43:59.826" v="488" actId="1076"/>
          <ac:spMkLst>
            <pc:docMk/>
            <pc:sldMk cId="1330539844" sldId="387"/>
            <ac:spMk id="7" creationId="{AD792409-639C-1072-55CD-7A31F12DFD09}"/>
          </ac:spMkLst>
        </pc:spChg>
        <pc:spChg chg="add mod">
          <ac:chgData name="Johannes Abele" userId="464195223dcae84f" providerId="LiveId" clId="{77CED077-DCD2-44CF-A72A-F1BC85E27B5A}" dt="2025-02-25T14:56:30.284" v="2533" actId="20577"/>
          <ac:spMkLst>
            <pc:docMk/>
            <pc:sldMk cId="1330539844" sldId="387"/>
            <ac:spMk id="8" creationId="{2ACB7775-FBD5-D505-E831-8C8E8D055786}"/>
          </ac:spMkLst>
        </pc:spChg>
        <pc:graphicFrameChg chg="add mod modGraphic">
          <ac:chgData name="Johannes Abele" userId="464195223dcae84f" providerId="LiveId" clId="{77CED077-DCD2-44CF-A72A-F1BC85E27B5A}" dt="2025-02-25T12:03:33.851" v="1665"/>
          <ac:graphicFrameMkLst>
            <pc:docMk/>
            <pc:sldMk cId="1330539844" sldId="387"/>
            <ac:graphicFrameMk id="5" creationId="{DE3A5F3D-269A-B8EB-6BF7-FA38CCA5B4FB}"/>
          </ac:graphicFrameMkLst>
        </pc:graphicFrameChg>
      </pc:sldChg>
      <pc:sldChg chg="addSp delSp modSp add mod">
        <pc:chgData name="Johannes Abele" userId="464195223dcae84f" providerId="LiveId" clId="{77CED077-DCD2-44CF-A72A-F1BC85E27B5A}" dt="2025-02-25T11:58:30.221" v="1388" actId="207"/>
        <pc:sldMkLst>
          <pc:docMk/>
          <pc:sldMk cId="3710325898" sldId="388"/>
        </pc:sldMkLst>
        <pc:spChg chg="mod">
          <ac:chgData name="Johannes Abele" userId="464195223dcae84f" providerId="LiveId" clId="{77CED077-DCD2-44CF-A72A-F1BC85E27B5A}" dt="2025-02-25T11:57:40.882" v="1355"/>
          <ac:spMkLst>
            <pc:docMk/>
            <pc:sldMk cId="3710325898" sldId="388"/>
            <ac:spMk id="2" creationId="{0588773E-D6BB-E691-A1E0-C91810799C8A}"/>
          </ac:spMkLst>
        </pc:spChg>
        <pc:spChg chg="add mod">
          <ac:chgData name="Johannes Abele" userId="464195223dcae84f" providerId="LiveId" clId="{77CED077-DCD2-44CF-A72A-F1BC85E27B5A}" dt="2025-02-25T11:58:30.221" v="1388" actId="207"/>
          <ac:spMkLst>
            <pc:docMk/>
            <pc:sldMk cId="3710325898" sldId="388"/>
            <ac:spMk id="5" creationId="{A7A8A120-78A4-E805-BB1F-B276D39F1D26}"/>
          </ac:spMkLst>
        </pc:spChg>
      </pc:sldChg>
      <pc:sldChg chg="addSp delSp modSp add mod">
        <pc:chgData name="Johannes Abele" userId="464195223dcae84f" providerId="LiveId" clId="{77CED077-DCD2-44CF-A72A-F1BC85E27B5A}" dt="2025-02-25T14:31:01.798" v="2010" actId="20577"/>
        <pc:sldMkLst>
          <pc:docMk/>
          <pc:sldMk cId="190078785" sldId="389"/>
        </pc:sldMkLst>
        <pc:spChg chg="mod">
          <ac:chgData name="Johannes Abele" userId="464195223dcae84f" providerId="LiveId" clId="{77CED077-DCD2-44CF-A72A-F1BC85E27B5A}" dt="2025-02-25T14:31:01.798" v="2010" actId="20577"/>
          <ac:spMkLst>
            <pc:docMk/>
            <pc:sldMk cId="190078785" sldId="389"/>
            <ac:spMk id="2" creationId="{26CC688D-EC09-BEFF-4A78-E21CF270DE7A}"/>
          </ac:spMkLst>
        </pc:spChg>
        <pc:picChg chg="add mod">
          <ac:chgData name="Johannes Abele" userId="464195223dcae84f" providerId="LiveId" clId="{77CED077-DCD2-44CF-A72A-F1BC85E27B5A}" dt="2025-02-25T14:29:31.426" v="2002" actId="1076"/>
          <ac:picMkLst>
            <pc:docMk/>
            <pc:sldMk cId="190078785" sldId="389"/>
            <ac:picMk id="6" creationId="{D7AA52CD-181D-D1E6-7897-7C5BA6BE9097}"/>
          </ac:picMkLst>
        </pc:picChg>
      </pc:sldChg>
      <pc:sldChg chg="modSp add mod ord">
        <pc:chgData name="Johannes Abele" userId="464195223dcae84f" providerId="LiveId" clId="{77CED077-DCD2-44CF-A72A-F1BC85E27B5A}" dt="2025-02-25T14:58:10.644" v="2555" actId="20577"/>
        <pc:sldMkLst>
          <pc:docMk/>
          <pc:sldMk cId="289289086" sldId="390"/>
        </pc:sldMkLst>
        <pc:spChg chg="mod">
          <ac:chgData name="Johannes Abele" userId="464195223dcae84f" providerId="LiveId" clId="{77CED077-DCD2-44CF-A72A-F1BC85E27B5A}" dt="2025-02-25T14:58:10.644" v="2555" actId="20577"/>
          <ac:spMkLst>
            <pc:docMk/>
            <pc:sldMk cId="289289086" sldId="390"/>
            <ac:spMk id="5" creationId="{85EF349B-B67C-6C5B-3C9E-2518CB11FAD7}"/>
          </ac:spMkLst>
        </pc:spChg>
      </pc:sldChg>
      <pc:sldChg chg="addSp delSp modSp add mod">
        <pc:chgData name="Johannes Abele" userId="464195223dcae84f" providerId="LiveId" clId="{77CED077-DCD2-44CF-A72A-F1BC85E27B5A}" dt="2025-02-25T14:30:25.456" v="2006" actId="1076"/>
        <pc:sldMkLst>
          <pc:docMk/>
          <pc:sldMk cId="3672339760" sldId="391"/>
        </pc:sldMkLst>
        <pc:picChg chg="add mod">
          <ac:chgData name="Johannes Abele" userId="464195223dcae84f" providerId="LiveId" clId="{77CED077-DCD2-44CF-A72A-F1BC85E27B5A}" dt="2025-02-25T14:30:25.456" v="2006" actId="1076"/>
          <ac:picMkLst>
            <pc:docMk/>
            <pc:sldMk cId="3672339760" sldId="391"/>
            <ac:picMk id="5" creationId="{18E2CA99-665C-A03F-28E6-A3E18B1213D1}"/>
          </ac:picMkLst>
        </pc:picChg>
      </pc:sldChg>
    </pc:docChg>
  </pc:docChgLst>
  <pc:docChgLst>
    <pc:chgData name="Johannes Abele" userId="464195223dcae84f" providerId="LiveId" clId="{BE40DDA8-435F-45A1-B47E-CE3D74EDD0F0}"/>
    <pc:docChg chg="undo custSel addSld delSld modSld">
      <pc:chgData name="Johannes Abele" userId="464195223dcae84f" providerId="LiveId" clId="{BE40DDA8-435F-45A1-B47E-CE3D74EDD0F0}" dt="2024-08-30T07:30:47.519" v="7588" actId="114"/>
      <pc:docMkLst>
        <pc:docMk/>
      </pc:docMkLst>
      <pc:sldChg chg="modSp mod">
        <pc:chgData name="Johannes Abele" userId="464195223dcae84f" providerId="LiveId" clId="{BE40DDA8-435F-45A1-B47E-CE3D74EDD0F0}" dt="2024-08-22T09:55:38.565" v="33" actId="404"/>
        <pc:sldMkLst>
          <pc:docMk/>
          <pc:sldMk cId="1050031534" sldId="257"/>
        </pc:sldMkLst>
      </pc:sldChg>
      <pc:sldChg chg="delSp modSp mod">
        <pc:chgData name="Johannes Abele" userId="464195223dcae84f" providerId="LiveId" clId="{BE40DDA8-435F-45A1-B47E-CE3D74EDD0F0}" dt="2024-08-23T10:19:33.768" v="4356" actId="20577"/>
        <pc:sldMkLst>
          <pc:docMk/>
          <pc:sldMk cId="2613744317" sldId="370"/>
        </pc:sldMkLst>
      </pc:sldChg>
      <pc:sldChg chg="addSp delSp modSp mod">
        <pc:chgData name="Johannes Abele" userId="464195223dcae84f" providerId="LiveId" clId="{BE40DDA8-435F-45A1-B47E-CE3D74EDD0F0}" dt="2024-08-28T10:06:36.700" v="7507" actId="20577"/>
        <pc:sldMkLst>
          <pc:docMk/>
          <pc:sldMk cId="624961153" sldId="371"/>
        </pc:sldMkLst>
      </pc:sldChg>
      <pc:sldChg chg="addSp delSp modSp mod">
        <pc:chgData name="Johannes Abele" userId="464195223dcae84f" providerId="LiveId" clId="{BE40DDA8-435F-45A1-B47E-CE3D74EDD0F0}" dt="2024-08-28T10:02:15.033" v="7286" actId="1076"/>
        <pc:sldMkLst>
          <pc:docMk/>
          <pc:sldMk cId="4234222170" sldId="372"/>
        </pc:sldMkLst>
      </pc:sldChg>
      <pc:sldChg chg="addSp delSp modSp mod">
        <pc:chgData name="Johannes Abele" userId="464195223dcae84f" providerId="LiveId" clId="{BE40DDA8-435F-45A1-B47E-CE3D74EDD0F0}" dt="2024-08-30T07:30:47.519" v="7588" actId="114"/>
        <pc:sldMkLst>
          <pc:docMk/>
          <pc:sldMk cId="2921522425" sldId="373"/>
        </pc:sldMkLst>
      </pc:sldChg>
      <pc:sldChg chg="addSp delSp modSp del mod">
        <pc:chgData name="Johannes Abele" userId="464195223dcae84f" providerId="LiveId" clId="{BE40DDA8-435F-45A1-B47E-CE3D74EDD0F0}" dt="2024-08-22T09:58:58.727" v="254" actId="2696"/>
        <pc:sldMkLst>
          <pc:docMk/>
          <pc:sldMk cId="155520983" sldId="374"/>
        </pc:sldMkLst>
      </pc:sldChg>
      <pc:sldChg chg="addSp delSp modSp add mod">
        <pc:chgData name="Johannes Abele" userId="464195223dcae84f" providerId="LiveId" clId="{BE40DDA8-435F-45A1-B47E-CE3D74EDD0F0}" dt="2024-08-30T07:29:59.328" v="7583" actId="1076"/>
        <pc:sldMkLst>
          <pc:docMk/>
          <pc:sldMk cId="701218262" sldId="374"/>
        </pc:sldMkLst>
      </pc:sldChg>
      <pc:sldChg chg="del">
        <pc:chgData name="Johannes Abele" userId="464195223dcae84f" providerId="LiveId" clId="{BE40DDA8-435F-45A1-B47E-CE3D74EDD0F0}" dt="2024-08-22T10:00:08.858" v="255" actId="2696"/>
        <pc:sldMkLst>
          <pc:docMk/>
          <pc:sldMk cId="122640009" sldId="375"/>
        </pc:sldMkLst>
      </pc:sldChg>
      <pc:sldChg chg="addSp modSp new mod">
        <pc:chgData name="Johannes Abele" userId="464195223dcae84f" providerId="LiveId" clId="{BE40DDA8-435F-45A1-B47E-CE3D74EDD0F0}" dt="2024-08-23T14:19:10.018" v="7154" actId="20577"/>
        <pc:sldMkLst>
          <pc:docMk/>
          <pc:sldMk cId="3623824763" sldId="3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DF3964-FB6F-4ADF-9F9B-745AC6C1C3A1}" type="datetimeFigureOut">
              <a:rPr lang="en-GB" smtClean="0"/>
              <a:t>08/04/2025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19242-C7E3-44F8-9126-DC68D2CF809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38641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8T10:12:4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9504 0 24575,'-2'28'0,"-1"-1"0,-12 51 0,8-47 0,0-7 0,-1-1 0,-1 0 0,-24 44 0,2-6 0,7-6 0,-3-2 0,-40 59 0,52-90 0,-1 0 0,-1-2 0,-2 0 0,1-1 0,-2-1 0,-1-1 0,-30 20 0,21-15 0,1 1 0,-44 45 0,-24 19 0,84-77 0,-1-1 0,0 0 0,-1-1 0,1 0 0,-31 10 0,-37 9 0,-105 36 0,144-49 0,0-2 0,-81 12 0,-7 1 0,92-18 0,0-2 0,0-1 0,-47-2 0,38-1 0,-73 10 0,-14 9 0,0-6 0,-150-4 0,-849-11 0,1082-1 0,-54-10 0,-42-2 0,-13 15 0,46 0 0,-116-13 0,-260-6 0,452 17 0,-59-11 0,-19-1 0,-193 14 0,-63-3 0,345-1 0,1-2 0,-47-13 0,43 10 0,-53-8 0,-4 10 0,-94 8 0,119 1 0,-1-3 0,1-2 0,-117-20 0,122 10 0,0 3 0,-1 2 0,-93 1 0,67 8 0,-138-4 0,206 0 0,0-1 0,0-1 0,-29-11 0,-27-6 0,-59 7 0,36 6 0,-17 0 0,-23-4 0,117 8 0,1-1 0,-1-1 0,-33-16 0,36 15 0,0 0 0,-1 1 0,1 0 0,-1 2 0,-27-5 0,-110 6 0,116 5 0,0-2 0,-1-2 0,1-1 0,-56-13 0,90 15 0,-32-9 0,0 2 0,-55-7 0,70 12 0,0-1 0,1-1 0,0-1 0,0-1 0,0-1 0,1-1 0,-25-14 0,26 12 0,1 0 0,0-1 0,0 0 0,1-2 0,1 0 0,-15-17 0,2-3 0,-43-70 0,11 21 0,42 60 0,0 0 0,2-2 0,-17-33 0,14 17 0,0-2 0,-1 1 0,-33-48 0,51 87 0,0 0 0,0 0 0,0 1 0,0-1 0,-1 1 0,1-1 0,-1 1 0,0 0 0,1 0 0,-1 0 0,0 0 0,-6-2 0,7 4 0,1 0 0,-1-1 0,0 1 0,1 0 0,-1 0 0,0 1 0,1-1 0,-1 0 0,0 0 0,1 1 0,-1-1 0,0 1 0,1 0 0,-1-1 0,1 1 0,-1 0 0,1 0 0,-1 0 0,1 0 0,0 0 0,0 0 0,-1 0 0,1 1 0,0-1 0,0 0 0,0 1 0,0-1 0,0 2 0,-10 14 0,1 0 0,1 1 0,-12 34 0,11-27 0,-16 31 0,18-43 0,5-9 0,0-1 0,1 1 0,-1 0 0,1 0 0,0-1 0,0 1 0,1 1 0,-1-1 0,1 0 0,0 0 0,0 0 0,0 1 0,0 8 0,1-13 0,0 0 0,1 1 0,-1-1 0,0 1 0,0-1 0,0 0 0,0 1 0,1-1 0,-1 1 0,0-1 0,0 0 0,1 1 0,-1-1 0,0 0 0,1 0 0,-1 1 0,0-1 0,1 0 0,-1 0 0,0 1 0,1-1 0,-1 0 0,0 0 0,1 0 0,-1 0 0,1 1 0,-1-1 0,0 0 0,1 0 0,-1 0 0,1 0 0,-1 0 0,1 0 0,0 0 0,16-9 0,11-19 0,-20 13 0,0 0 0,-1 0 0,-1-1 0,0 0 0,-1 0 0,-1 0 0,-1-1 0,0 1 0,1-22 0,-4 34 0,0-1 0,1 0 0,0 0 0,0 1 0,0-1 0,1 1 0,-1-1 0,1 1 0,0 0 0,0-1 0,1 1 0,-1 0 0,1 0 0,0 1 0,0-1 0,0 1 0,1-1 0,4-3 0,-3 4 0,1 0 0,-1 1 0,1-1 0,0 1 0,-1 0 0,1 0 0,0 1 0,0 0 0,1 0 0,-1 0 0,0 1 0,0 0 0,12 1 0,16 3 0,33 9 0,-37-7 0,58 6 0,-47-13-84,27 1 282,-64 1-296,-1-1-1,1 1 0,0 0 1,-1 0-1,0 0 1,1 0-1,-1 0 0,1 1 1,-1 0-1,0-1 0,0 1 1,0 0-1,0 1 1,4 4-1,10 16-6727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AEAC2-49EE-4F45-A043-3BA3F0E29325}" type="datetimeFigureOut">
              <a:rPr lang="en-GB" smtClean="0"/>
              <a:t>08/04/2025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4526D-4282-4AA2-AEFF-B160EFDA106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4463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1464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72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2" b="23911"/>
          <a:stretch/>
        </p:blipFill>
        <p:spPr>
          <a:xfrm>
            <a:off x="0" y="0"/>
            <a:ext cx="12340095" cy="4426723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152834" y="946579"/>
            <a:ext cx="7566222" cy="1956306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4000" b="1" cap="all" spc="200" baseline="0">
                <a:solidFill>
                  <a:schemeClr val="accent6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166603" y="2573078"/>
            <a:ext cx="7561597" cy="946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000" b="1">
                <a:solidFill>
                  <a:srgbClr val="ED9B3C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2152834" y="3519487"/>
            <a:ext cx="7575366" cy="162649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500" b="1">
                <a:solidFill>
                  <a:srgbClr val="EB665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2" b="23911"/>
          <a:stretch/>
        </p:blipFill>
        <p:spPr>
          <a:xfrm>
            <a:off x="0" y="2431277"/>
            <a:ext cx="12340095" cy="442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9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rtci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305" cy="6857829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21325" y="0"/>
            <a:ext cx="10190923" cy="1052623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10000"/>
              </a:lnSpc>
              <a:defRPr sz="2500" b="1" spc="200" baseline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5" name="ZoneTexte 4"/>
          <p:cNvSpPr txBox="1"/>
          <p:nvPr userDrawn="1"/>
        </p:nvSpPr>
        <p:spPr>
          <a:xfrm>
            <a:off x="10608501" y="576555"/>
            <a:ext cx="7920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13051D-303E-4467-8104-E7402A7731BD}" type="slidenum">
              <a:rPr lang="fr-FR" sz="1333" smtClean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fr-FR" sz="1333" dirty="0">
              <a:solidFill>
                <a:schemeClr val="accent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870" y="6340381"/>
            <a:ext cx="83377" cy="422447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238882" y="1052623"/>
            <a:ext cx="11710988" cy="80486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18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  <a:endParaRPr lang="en-GB"/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2827" y="639770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09BD1-A964-4FD9-BBE3-20B2B964D62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430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rtcil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007437" y="1892829"/>
            <a:ext cx="10177131" cy="3168352"/>
          </a:xfrm>
          <a:prstGeom prst="rect">
            <a:avLst/>
          </a:prstGeom>
        </p:spPr>
        <p:txBody>
          <a:bodyPr anchor="ctr"/>
          <a:lstStyle>
            <a:lvl1pPr algn="ctr">
              <a:defRPr sz="3733" b="1" cap="all" spc="201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“ Click to edit Master title style ”</a:t>
            </a:r>
            <a:endParaRPr lang="fr-FR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306" cy="6857829"/>
          </a:xfrm>
          <a:prstGeom prst="rect">
            <a:avLst/>
          </a:prstGeom>
        </p:spPr>
      </p:pic>
      <p:pic>
        <p:nvPicPr>
          <p:cNvPr id="6" name="Imag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0501" y="6291849"/>
            <a:ext cx="75797" cy="38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99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rtcil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007437" y="1892829"/>
            <a:ext cx="10177131" cy="3168352"/>
          </a:xfrm>
          <a:prstGeom prst="rect">
            <a:avLst/>
          </a:prstGeom>
        </p:spPr>
        <p:txBody>
          <a:bodyPr anchor="ctr"/>
          <a:lstStyle>
            <a:lvl1pPr algn="ctr">
              <a:defRPr sz="3733" b="1" cap="all" spc="201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“ Click to edit Master title style ”</a:t>
            </a:r>
            <a:endParaRPr lang="fr-FR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305" cy="6857829"/>
          </a:xfrm>
          <a:prstGeom prst="rect">
            <a:avLst/>
          </a:prstGeom>
        </p:spPr>
      </p:pic>
      <p:pic>
        <p:nvPicPr>
          <p:cNvPr id="6" name="Imag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0501" y="6291849"/>
            <a:ext cx="75797" cy="38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54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rtcil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306" cy="685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artcil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15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artcil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rtcil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476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artcil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21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rtcil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39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09BD1-A964-4FD9-BBE3-20B2B964D62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791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4" r:id="rId3"/>
    <p:sldLayoutId id="2147483665" r:id="rId4"/>
    <p:sldLayoutId id="2147483666" r:id="rId5"/>
    <p:sldLayoutId id="2147483670" r:id="rId6"/>
    <p:sldLayoutId id="2147483671" r:id="rId7"/>
    <p:sldLayoutId id="2147483668" r:id="rId8"/>
    <p:sldLayoutId id="2147483669" r:id="rId9"/>
    <p:sldLayoutId id="2147483667" r:id="rId10"/>
  </p:sldLayoutIdLst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358387" y="1405367"/>
            <a:ext cx="10023481" cy="2729888"/>
          </a:xfrm>
          <a:effectLst>
            <a:outerShdw blurRad="304800" dist="101600" dir="2700000" sx="5000" sy="5000" algn="tl" rotWithShape="0">
              <a:prstClr val="black">
                <a:alpha val="69000"/>
              </a:prstClr>
            </a:outerShdw>
          </a:effectLst>
        </p:spPr>
        <p:txBody>
          <a:bodyPr/>
          <a:lstStyle/>
          <a:p>
            <a:r>
              <a:rPr lang="en-GB" sz="2800" spc="-150" dirty="0"/>
              <a:t>PRESS methodology Modernization</a:t>
            </a:r>
            <a:endParaRPr lang="fr-FR" sz="2800" spc="-150" dirty="0"/>
          </a:p>
        </p:txBody>
      </p:sp>
      <p:sp>
        <p:nvSpPr>
          <p:cNvPr id="6" name="TextBox 5"/>
          <p:cNvSpPr txBox="1"/>
          <p:nvPr/>
        </p:nvSpPr>
        <p:spPr>
          <a:xfrm>
            <a:off x="358387" y="2967335"/>
            <a:ext cx="8527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GB" sz="2400" b="1" dirty="0">
                <a:solidFill>
                  <a:srgbClr val="ED9A3C"/>
                </a:solidFill>
                <a:latin typeface="Century Gothic" panose="020B0502020202020204" pitchFamily="34" charset="0"/>
              </a:rPr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10500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34A8F-CDD2-A049-5324-A2975BB3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A3840-1B01-61A3-1E5A-22EF4356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Content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2EFD5-86F3-7DAC-E050-8F65ABEDC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11FE3-6E21-F2BF-B6D7-850655C72D45}"/>
              </a:ext>
            </a:extLst>
          </p:cNvPr>
          <p:cNvSpPr txBox="1"/>
          <p:nvPr/>
        </p:nvSpPr>
        <p:spPr>
          <a:xfrm>
            <a:off x="669073" y="1592394"/>
            <a:ext cx="103349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Current Methodology 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accent1"/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CRS Data 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accent1"/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Methodological requirements 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accent1"/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Methodology proposal</a:t>
            </a:r>
          </a:p>
        </p:txBody>
      </p:sp>
    </p:spTree>
    <p:extLst>
      <p:ext uri="{BB962C8B-B14F-4D97-AF65-F5344CB8AC3E}">
        <p14:creationId xmlns:p14="http://schemas.microsoft.com/office/powerpoint/2010/main" val="2187723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4AA7F-0966-67AB-EF9B-D872855B4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Preparation: CRS &amp; keywords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C11FA-F858-8A1C-A94B-1F7B6B10A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566A32-7364-50BC-E86C-037FD81E7469}"/>
              </a:ext>
            </a:extLst>
          </p:cNvPr>
          <p:cNvSpPr/>
          <p:nvPr/>
        </p:nvSpPr>
        <p:spPr>
          <a:xfrm>
            <a:off x="621325" y="2224742"/>
            <a:ext cx="5168703" cy="1318779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DE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A5D1632C-297F-18F4-E242-66282B83D0FF}"/>
              </a:ext>
            </a:extLst>
          </p:cNvPr>
          <p:cNvSpPr txBox="1"/>
          <p:nvPr/>
        </p:nvSpPr>
        <p:spPr>
          <a:xfrm>
            <a:off x="2553586" y="1705226"/>
            <a:ext cx="1952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CRS data </a:t>
            </a:r>
            <a:endParaRPr lang="en-DE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86447B-AEC7-DC1D-BAD1-032BE9D688DB}"/>
              </a:ext>
            </a:extLst>
          </p:cNvPr>
          <p:cNvSpPr txBox="1">
            <a:spLocks/>
          </p:cNvSpPr>
          <p:nvPr/>
        </p:nvSpPr>
        <p:spPr>
          <a:xfrm>
            <a:off x="895092" y="2424080"/>
            <a:ext cx="2449373" cy="425650"/>
          </a:xfrm>
          <a:prstGeom prst="rect">
            <a:avLst/>
          </a:prstGeom>
        </p:spPr>
        <p:txBody>
          <a:bodyPr lIns="91440" tIns="45720" rIns="91440" bIns="45720" anchor="t" anchorCtr="0">
            <a:normAutofit/>
          </a:bodyPr>
          <a:lstStyle>
            <a:defPPr>
              <a:defRPr lang="en-US"/>
            </a:defPPr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latin typeface="+mj-lt"/>
              <a:ea typeface="Verdana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FEC7D262-58E8-66FD-6DA5-F2A15AF52340}"/>
              </a:ext>
            </a:extLst>
          </p:cNvPr>
          <p:cNvSpPr txBox="1"/>
          <p:nvPr/>
        </p:nvSpPr>
        <p:spPr>
          <a:xfrm>
            <a:off x="719202" y="2267573"/>
            <a:ext cx="1025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u="sng" dirty="0">
                <a:solidFill>
                  <a:schemeClr val="accent1"/>
                </a:solidFill>
              </a:rPr>
              <a:t>projecttitle </a:t>
            </a:r>
            <a:endParaRPr lang="en-DE" sz="1400" u="sng" dirty="0">
              <a:solidFill>
                <a:schemeClr val="accent1"/>
              </a:solidFill>
            </a:endParaRPr>
          </a:p>
        </p:txBody>
      </p:sp>
      <p:sp>
        <p:nvSpPr>
          <p:cNvPr id="9" name="TextBox 31">
            <a:extLst>
              <a:ext uri="{FF2B5EF4-FFF2-40B4-BE49-F238E27FC236}">
                <a16:creationId xmlns:a16="http://schemas.microsoft.com/office/drawing/2014/main" id="{0C69925D-90CB-2229-CE3B-387DA1868C96}"/>
              </a:ext>
            </a:extLst>
          </p:cNvPr>
          <p:cNvSpPr txBox="1"/>
          <p:nvPr/>
        </p:nvSpPr>
        <p:spPr>
          <a:xfrm>
            <a:off x="1697850" y="2267573"/>
            <a:ext cx="1506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u="sng" dirty="0" err="1">
                <a:solidFill>
                  <a:schemeClr val="accent1"/>
                </a:solidFill>
              </a:rPr>
              <a:t>shortdescription</a:t>
            </a:r>
            <a:endParaRPr lang="en-DE" sz="1400" u="sng" dirty="0">
              <a:solidFill>
                <a:schemeClr val="accent1"/>
              </a:solidFill>
            </a:endParaRPr>
          </a:p>
        </p:txBody>
      </p:sp>
      <p:sp>
        <p:nvSpPr>
          <p:cNvPr id="10" name="TextBox 32">
            <a:extLst>
              <a:ext uri="{FF2B5EF4-FFF2-40B4-BE49-F238E27FC236}">
                <a16:creationId xmlns:a16="http://schemas.microsoft.com/office/drawing/2014/main" id="{15E15CDD-0D6D-3316-4F9F-ED817B09A496}"/>
              </a:ext>
            </a:extLst>
          </p:cNvPr>
          <p:cNvSpPr txBox="1"/>
          <p:nvPr/>
        </p:nvSpPr>
        <p:spPr>
          <a:xfrm>
            <a:off x="3000029" y="2267573"/>
            <a:ext cx="1506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u="sng" dirty="0" err="1">
                <a:solidFill>
                  <a:schemeClr val="accent1"/>
                </a:solidFill>
              </a:rPr>
              <a:t>longdescription</a:t>
            </a:r>
            <a:r>
              <a:rPr lang="en-GB" sz="1400" u="sng" dirty="0">
                <a:solidFill>
                  <a:schemeClr val="accent1"/>
                </a:solidFill>
              </a:rPr>
              <a:t> </a:t>
            </a:r>
            <a:endParaRPr lang="en-DE" sz="1400" u="sng" dirty="0">
              <a:solidFill>
                <a:schemeClr val="accent1"/>
              </a:solidFill>
            </a:endParaRPr>
          </a:p>
        </p:txBody>
      </p:sp>
      <p:sp>
        <p:nvSpPr>
          <p:cNvPr id="19" name="TextBox 44">
            <a:extLst>
              <a:ext uri="{FF2B5EF4-FFF2-40B4-BE49-F238E27FC236}">
                <a16:creationId xmlns:a16="http://schemas.microsoft.com/office/drawing/2014/main" id="{2477F984-D4F3-F864-ECA4-7A03B7A064DF}"/>
              </a:ext>
            </a:extLst>
          </p:cNvPr>
          <p:cNvSpPr txBox="1"/>
          <p:nvPr/>
        </p:nvSpPr>
        <p:spPr>
          <a:xfrm>
            <a:off x="4257092" y="2262972"/>
            <a:ext cx="2745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u="sng" dirty="0" err="1">
                <a:solidFill>
                  <a:schemeClr val="accent1"/>
                </a:solidFill>
              </a:rPr>
              <a:t>purposecode</a:t>
            </a:r>
            <a:endParaRPr lang="en-DE" sz="1400" u="sng" dirty="0">
              <a:solidFill>
                <a:schemeClr val="accent1"/>
              </a:solidFill>
            </a:endParaRPr>
          </a:p>
        </p:txBody>
      </p:sp>
      <p:sp>
        <p:nvSpPr>
          <p:cNvPr id="22" name="TextBox 44">
            <a:extLst>
              <a:ext uri="{FF2B5EF4-FFF2-40B4-BE49-F238E27FC236}">
                <a16:creationId xmlns:a16="http://schemas.microsoft.com/office/drawing/2014/main" id="{E00C61F5-9C6C-CAD0-A42E-0ABB28671A70}"/>
              </a:ext>
            </a:extLst>
          </p:cNvPr>
          <p:cNvSpPr txBox="1"/>
          <p:nvPr/>
        </p:nvSpPr>
        <p:spPr>
          <a:xfrm>
            <a:off x="5329897" y="2258371"/>
            <a:ext cx="2745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u="sng" dirty="0">
                <a:solidFill>
                  <a:schemeClr val="accent1"/>
                </a:solidFill>
              </a:rPr>
              <a:t>…</a:t>
            </a:r>
            <a:endParaRPr lang="en-DE" sz="1400" u="sng" dirty="0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678B99-6940-DD15-6FB6-E666AEC7A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928" y="1618332"/>
            <a:ext cx="2306586" cy="4961933"/>
          </a:xfrm>
          <a:prstGeom prst="rect">
            <a:avLst/>
          </a:prstGeom>
        </p:spPr>
      </p:pic>
      <p:sp>
        <p:nvSpPr>
          <p:cNvPr id="12" name="TextBox 15">
            <a:extLst>
              <a:ext uri="{FF2B5EF4-FFF2-40B4-BE49-F238E27FC236}">
                <a16:creationId xmlns:a16="http://schemas.microsoft.com/office/drawing/2014/main" id="{876DC3BC-9729-6047-D471-A6572EE01FE6}"/>
              </a:ext>
            </a:extLst>
          </p:cNvPr>
          <p:cNvSpPr txBox="1"/>
          <p:nvPr/>
        </p:nvSpPr>
        <p:spPr>
          <a:xfrm>
            <a:off x="7410004" y="1621242"/>
            <a:ext cx="1952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Statistical </a:t>
            </a:r>
          </a:p>
          <a:p>
            <a:r>
              <a:rPr lang="en-GB" sz="2000" dirty="0"/>
              <a:t>keywords</a:t>
            </a:r>
          </a:p>
          <a:p>
            <a:endParaRPr lang="en-DE" sz="2000" dirty="0"/>
          </a:p>
        </p:txBody>
      </p:sp>
    </p:spTree>
    <p:extLst>
      <p:ext uri="{BB962C8B-B14F-4D97-AF65-F5344CB8AC3E}">
        <p14:creationId xmlns:p14="http://schemas.microsoft.com/office/powerpoint/2010/main" val="62496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0379" y="0"/>
            <a:ext cx="11881621" cy="1052623"/>
          </a:xfrm>
        </p:spPr>
        <p:txBody>
          <a:bodyPr/>
          <a:lstStyle/>
          <a:p>
            <a:pPr>
              <a:tabLst>
                <a:tab pos="442913" algn="l"/>
              </a:tabLst>
            </a:pPr>
            <a:r>
              <a:rPr lang="en-GB" sz="2800" spc="-150" dirty="0"/>
              <a:t>Current Methodology </a:t>
            </a:r>
            <a:endParaRPr lang="en-US" sz="2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D5394-B347-6A7F-091E-268D13450794}"/>
              </a:ext>
            </a:extLst>
          </p:cNvPr>
          <p:cNvSpPr txBox="1"/>
          <p:nvPr/>
        </p:nvSpPr>
        <p:spPr>
          <a:xfrm>
            <a:off x="431439" y="1478394"/>
            <a:ext cx="116395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ea typeface="Verdana" panose="020B0604030504040204" pitchFamily="34" charset="0"/>
              </a:rPr>
              <a:t>All steps</a:t>
            </a:r>
          </a:p>
          <a:p>
            <a:endParaRPr lang="en-US" sz="1600" b="1" dirty="0">
              <a:solidFill>
                <a:schemeClr val="accent2"/>
              </a:solidFill>
              <a:ea typeface="Verdana" panose="020B0604030504040204" pitchFamily="34" charset="0"/>
            </a:endParaRPr>
          </a:p>
          <a:p>
            <a:r>
              <a:rPr lang="en-US" b="1" dirty="0">
                <a:solidFill>
                  <a:schemeClr val="accent2"/>
                </a:solidFill>
                <a:ea typeface="Verdana" panose="020B0604030504040204" pitchFamily="34" charset="0"/>
              </a:rPr>
              <a:t>Preparation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>
                <a:solidFill>
                  <a:schemeClr val="accent2"/>
                </a:solidFill>
                <a:ea typeface="Verdana" panose="020B0604030504040204" pitchFamily="34" charset="0"/>
              </a:rPr>
              <a:t>Downloading CRS datasets: </a:t>
            </a:r>
            <a:r>
              <a:rPr lang="en-US" sz="1600" dirty="0">
                <a:solidFill>
                  <a:schemeClr val="accent2"/>
                </a:solidFill>
                <a:ea typeface="Verdana" panose="020B0604030504040204" pitchFamily="34" charset="0"/>
              </a:rPr>
              <a:t>1 year, 1 dataset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>
                <a:solidFill>
                  <a:schemeClr val="accent2"/>
                </a:solidFill>
                <a:ea typeface="Verdana" panose="020B0604030504040204" pitchFamily="34" charset="0"/>
              </a:rPr>
              <a:t>Create ID: </a:t>
            </a:r>
            <a:r>
              <a:rPr lang="en-US" sz="1600" dirty="0">
                <a:solidFill>
                  <a:schemeClr val="accent2"/>
                </a:solidFill>
                <a:ea typeface="Verdana" panose="020B0604030504040204" pitchFamily="34" charset="0"/>
              </a:rPr>
              <a:t>hashed string based on </a:t>
            </a:r>
            <a:r>
              <a:rPr lang="en-US" sz="1600" dirty="0" err="1">
                <a:solidFill>
                  <a:schemeClr val="accent2"/>
                </a:solidFill>
                <a:ea typeface="Verdana" panose="020B0604030504040204" pitchFamily="34" charset="0"/>
              </a:rPr>
              <a:t>projectnumber</a:t>
            </a:r>
            <a:r>
              <a:rPr lang="en-US" sz="1600" dirty="0">
                <a:solidFill>
                  <a:schemeClr val="accent2"/>
                </a:solidFill>
                <a:ea typeface="Verdana" panose="020B0604030504040204" pitchFamily="34" charset="0"/>
              </a:rPr>
              <a:t>, </a:t>
            </a:r>
            <a:r>
              <a:rPr lang="en-US" sz="1600" dirty="0" err="1">
                <a:solidFill>
                  <a:schemeClr val="accent2"/>
                </a:solidFill>
                <a:ea typeface="Verdana" panose="020B0604030504040204" pitchFamily="34" charset="0"/>
              </a:rPr>
              <a:t>crsid</a:t>
            </a:r>
            <a:r>
              <a:rPr lang="en-US" sz="1600" dirty="0">
                <a:solidFill>
                  <a:schemeClr val="accent2"/>
                </a:solidFill>
                <a:ea typeface="Verdana" panose="020B0604030504040204" pitchFamily="34" charset="0"/>
              </a:rPr>
              <a:t>, year, </a:t>
            </a:r>
            <a:r>
              <a:rPr lang="en-US" sz="1600" dirty="0" err="1">
                <a:solidFill>
                  <a:schemeClr val="accent2"/>
                </a:solidFill>
                <a:ea typeface="Verdana" panose="020B0604030504040204" pitchFamily="34" charset="0"/>
              </a:rPr>
              <a:t>purposecode</a:t>
            </a:r>
            <a:r>
              <a:rPr lang="en-US" sz="1600" dirty="0">
                <a:solidFill>
                  <a:schemeClr val="accent2"/>
                </a:solidFill>
                <a:ea typeface="Verdana" panose="020B0604030504040204" pitchFamily="34" charset="0"/>
              </a:rPr>
              <a:t>, </a:t>
            </a:r>
            <a:r>
              <a:rPr lang="en-US" sz="1600" dirty="0" err="1">
                <a:solidFill>
                  <a:schemeClr val="accent2"/>
                </a:solidFill>
                <a:ea typeface="Verdana" panose="020B0604030504040204" pitchFamily="34" charset="0"/>
              </a:rPr>
              <a:t>usd_disbursement</a:t>
            </a:r>
            <a:r>
              <a:rPr lang="en-US" sz="1600" dirty="0">
                <a:solidFill>
                  <a:schemeClr val="accent2"/>
                </a:solidFill>
                <a:ea typeface="Verdana" panose="020B0604030504040204" pitchFamily="34" charset="0"/>
              </a:rPr>
              <a:t>, </a:t>
            </a:r>
            <a:r>
              <a:rPr lang="en-US" sz="1600" dirty="0" err="1">
                <a:solidFill>
                  <a:schemeClr val="accent2"/>
                </a:solidFill>
                <a:ea typeface="Verdana" panose="020B0604030504040204" pitchFamily="34" charset="0"/>
              </a:rPr>
              <a:t>recipientcode</a:t>
            </a:r>
            <a:endParaRPr lang="en-US" sz="1600" dirty="0">
              <a:solidFill>
                <a:schemeClr val="accent2"/>
              </a:solidFill>
              <a:ea typeface="Verdana" panose="020B060403050404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>
                <a:solidFill>
                  <a:schemeClr val="accent2"/>
                </a:solidFill>
                <a:ea typeface="Verdana" panose="020B0604030504040204" pitchFamily="34" charset="0"/>
              </a:rPr>
              <a:t>Clean text: </a:t>
            </a:r>
            <a:r>
              <a:rPr lang="en-US" sz="1600" dirty="0">
                <a:solidFill>
                  <a:schemeClr val="accent2"/>
                </a:solidFill>
                <a:ea typeface="Verdana" panose="020B0604030504040204" pitchFamily="34" charset="0"/>
              </a:rPr>
              <a:t>remove punctuation from</a:t>
            </a:r>
            <a:r>
              <a:rPr lang="en-US" sz="1600" b="1" dirty="0">
                <a:solidFill>
                  <a:schemeClr val="accent2"/>
                </a:solidFill>
                <a:ea typeface="Verdana" panose="020B0604030504040204" pitchFamily="34" charset="0"/>
              </a:rPr>
              <a:t> </a:t>
            </a:r>
            <a:r>
              <a:rPr lang="en-US" sz="1600" dirty="0">
                <a:solidFill>
                  <a:schemeClr val="accent2"/>
                </a:solidFill>
                <a:ea typeface="Verdana" panose="020B0604030504040204" pitchFamily="34" charset="0"/>
              </a:rPr>
              <a:t>titles, short description, long description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>
                <a:solidFill>
                  <a:schemeClr val="accent2"/>
                </a:solidFill>
                <a:ea typeface="Verdana" panose="020B0604030504040204" pitchFamily="34" charset="0"/>
              </a:rPr>
              <a:t>Identify long descriptions for text mining: </a:t>
            </a:r>
            <a:r>
              <a:rPr lang="en-US" sz="1600" dirty="0">
                <a:solidFill>
                  <a:schemeClr val="accent2"/>
                </a:solidFill>
                <a:ea typeface="Verdana" panose="020B0604030504040204" pitchFamily="34" charset="0"/>
              </a:rPr>
              <a:t>if it’s different from title and short description </a:t>
            </a:r>
          </a:p>
          <a:p>
            <a:endParaRPr lang="en-US" sz="1600" dirty="0">
              <a:solidFill>
                <a:schemeClr val="accent2"/>
              </a:solidFill>
              <a:ea typeface="Verdana" panose="020B0604030504040204" pitchFamily="34" charset="0"/>
            </a:endParaRPr>
          </a:p>
          <a:p>
            <a:r>
              <a:rPr lang="en-US" b="1" dirty="0">
                <a:solidFill>
                  <a:schemeClr val="accent2"/>
                </a:solidFill>
                <a:ea typeface="Verdana" panose="020B0604030504040204" pitchFamily="34" charset="0"/>
              </a:rPr>
              <a:t>Identifying statistics projects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>
                <a:solidFill>
                  <a:schemeClr val="accent2"/>
                </a:solidFill>
                <a:ea typeface="Verdana" panose="020B0604030504040204" pitchFamily="34" charset="0"/>
              </a:rPr>
              <a:t>Language detection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>
                <a:solidFill>
                  <a:schemeClr val="accent2"/>
                </a:solidFill>
                <a:ea typeface="Verdana" panose="020B0604030504040204" pitchFamily="34" charset="0"/>
              </a:rPr>
              <a:t>Detecting keywords in titles: </a:t>
            </a:r>
            <a:r>
              <a:rPr lang="en-US" sz="1600" dirty="0">
                <a:solidFill>
                  <a:schemeClr val="accent2"/>
                </a:solidFill>
                <a:ea typeface="Verdana" panose="020B0604030504040204" pitchFamily="34" charset="0"/>
              </a:rPr>
              <a:t>keyword matching for statistics &amp; gender from keyword lists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>
                <a:solidFill>
                  <a:schemeClr val="accent2"/>
                </a:solidFill>
                <a:ea typeface="Verdana" panose="020B0604030504040204" pitchFamily="34" charset="0"/>
              </a:rPr>
              <a:t>Marking projects with statistics purpose codes</a:t>
            </a:r>
          </a:p>
          <a:p>
            <a:pPr lvl="1"/>
            <a:endParaRPr lang="en-US" sz="1600" b="1" dirty="0">
              <a:solidFill>
                <a:schemeClr val="accent2"/>
              </a:solidFill>
              <a:ea typeface="Verdana" panose="020B0604030504040204" pitchFamily="34" charset="0"/>
            </a:endParaRPr>
          </a:p>
          <a:p>
            <a:r>
              <a:rPr lang="en-US" b="1" dirty="0">
                <a:solidFill>
                  <a:schemeClr val="accent2"/>
                </a:solidFill>
                <a:ea typeface="Verdana" panose="020B0604030504040204" pitchFamily="34" charset="0"/>
              </a:rPr>
              <a:t>Frequency-based text mining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>
                <a:solidFill>
                  <a:schemeClr val="accent2"/>
                </a:solidFill>
                <a:ea typeface="Verdana" panose="020B0604030504040204" pitchFamily="34" charset="0"/>
              </a:rPr>
              <a:t>Calculation of odds ratio for every term in statistical project’s long description compared to non-statistical project (no </a:t>
            </a:r>
            <a:r>
              <a:rPr lang="en-US" sz="1600" b="1" dirty="0" err="1">
                <a:solidFill>
                  <a:schemeClr val="accent2"/>
                </a:solidFill>
                <a:ea typeface="Verdana" panose="020B0604030504040204" pitchFamily="34" charset="0"/>
              </a:rPr>
              <a:t>ppcode</a:t>
            </a:r>
            <a:r>
              <a:rPr lang="en-US" sz="1600" b="1" dirty="0">
                <a:solidFill>
                  <a:schemeClr val="accent2"/>
                </a:solidFill>
                <a:ea typeface="Verdana" panose="020B0604030504040204" pitchFamily="34" charset="0"/>
              </a:rPr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>
                <a:solidFill>
                  <a:schemeClr val="accent2"/>
                </a:solidFill>
                <a:ea typeface="Verdana" panose="020B0604030504040204" pitchFamily="34" charset="0"/>
              </a:rPr>
              <a:t>Using odds ratio to filter projects without statistics purpose code and statistics title </a:t>
            </a:r>
          </a:p>
          <a:p>
            <a:pPr marL="800100" lvl="1" indent="-342900">
              <a:buFont typeface="+mj-lt"/>
              <a:buAutoNum type="arabicPeriod"/>
            </a:pPr>
            <a:endParaRPr lang="en-US" sz="1600" b="1" dirty="0">
              <a:solidFill>
                <a:schemeClr val="accent2"/>
              </a:solidFill>
              <a:ea typeface="Verdana" panose="020B060403050404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endParaRPr lang="en-US" sz="1600" b="1" dirty="0">
              <a:solidFill>
                <a:schemeClr val="accent2"/>
              </a:solidFill>
              <a:ea typeface="Verdana" panose="020B060403050404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endParaRPr lang="en-US" sz="1600" b="1" dirty="0">
              <a:solidFill>
                <a:schemeClr val="accent2"/>
              </a:solidFill>
              <a:ea typeface="Verdana" panose="020B060403050404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endParaRPr lang="en-US" sz="1600" b="1" dirty="0">
              <a:solidFill>
                <a:schemeClr val="accent2"/>
              </a:solidFill>
              <a:ea typeface="Verdana" panose="020B0604030504040204" pitchFamily="34" charset="0"/>
            </a:endParaRPr>
          </a:p>
          <a:p>
            <a:endParaRPr lang="en-US" b="1" dirty="0">
              <a:solidFill>
                <a:schemeClr val="accent2"/>
              </a:solidFill>
              <a:ea typeface="Verdana" panose="020B0604030504040204" pitchFamily="34" charset="0"/>
            </a:endParaRPr>
          </a:p>
          <a:p>
            <a:endParaRPr lang="en-US" sz="1600" b="1" dirty="0">
              <a:solidFill>
                <a:schemeClr val="accent2"/>
              </a:solidFill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744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AAEFD-2C90-11C2-EE2D-52D8A1E3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123C-CD43-A051-A706-63DF297C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Former Frequency-based approach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E4C04-268F-5028-34A5-D9999762C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D2BC5-2CE9-AB9B-20D9-B72E9072AA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2"/>
          <a:stretch/>
        </p:blipFill>
        <p:spPr>
          <a:xfrm>
            <a:off x="4411171" y="1200379"/>
            <a:ext cx="7417036" cy="55624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8F4EBF-13DF-C1A7-4827-DC3B51B1ABD8}"/>
              </a:ext>
            </a:extLst>
          </p:cNvPr>
          <p:cNvSpPr txBox="1"/>
          <p:nvPr/>
        </p:nvSpPr>
        <p:spPr>
          <a:xfrm>
            <a:off x="621325" y="2084439"/>
            <a:ext cx="353231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Former methodology: 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 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  	-&gt; project marked as stat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A64B2B-37CB-68EA-B51B-B75E023C86E8}"/>
                  </a:ext>
                </a:extLst>
              </p:cNvPr>
              <p:cNvSpPr txBox="1"/>
              <p:nvPr/>
            </p:nvSpPr>
            <p:spPr>
              <a:xfrm>
                <a:off x="363793" y="2629075"/>
                <a:ext cx="3710166" cy="665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𝑤𝑜𝑟𝑑𝑠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𝑠𝑡𝑎𝑡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𝑤𝑜𝑟𝑑𝑠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  <m:r>
                        <a:rPr lang="en-US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𝑡h𝑟𝑒𝑠h𝑜𝑙𝑑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A64B2B-37CB-68EA-B51B-B75E023C8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93" y="2629075"/>
                <a:ext cx="3710166" cy="665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363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BE454-5942-34A6-6B1F-78B4FACDA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DFD05-312F-9FC6-1DB0-B0C312DAA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3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75272BC-4419-BD34-E004-79637A5D7015}"/>
              </a:ext>
            </a:extLst>
          </p:cNvPr>
          <p:cNvSpPr txBox="1"/>
          <p:nvPr/>
        </p:nvSpPr>
        <p:spPr>
          <a:xfrm>
            <a:off x="213806" y="1289783"/>
            <a:ext cx="11522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Precondition: 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	Available training set available as projects that have been marked as statistical by reporters by purpose codes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	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22BD1C-98D2-7237-6429-0079641DE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approach: </a:t>
            </a:r>
            <a:r>
              <a:rPr lang="en-US" dirty="0" err="1"/>
              <a:t>XGBoost</a:t>
            </a:r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9AA585-1E99-DA2C-5862-3E476CB81C91}"/>
              </a:ext>
            </a:extLst>
          </p:cNvPr>
          <p:cNvSpPr/>
          <p:nvPr/>
        </p:nvSpPr>
        <p:spPr>
          <a:xfrm>
            <a:off x="4502838" y="2184999"/>
            <a:ext cx="3353136" cy="167907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accent5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4F889A-7771-CB30-9F9D-6A475BA83CD7}"/>
              </a:ext>
            </a:extLst>
          </p:cNvPr>
          <p:cNvSpPr/>
          <p:nvPr/>
        </p:nvSpPr>
        <p:spPr>
          <a:xfrm>
            <a:off x="4064967" y="4540768"/>
            <a:ext cx="1126465" cy="1679079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accent5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91ABAB-7ED1-6782-2BBC-071EA4E5F72D}"/>
              </a:ext>
            </a:extLst>
          </p:cNvPr>
          <p:cNvSpPr/>
          <p:nvPr/>
        </p:nvSpPr>
        <p:spPr>
          <a:xfrm>
            <a:off x="7384027" y="4527786"/>
            <a:ext cx="2182760" cy="167907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accent5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CB1BB0-89BD-24EF-B845-8A2A5CEA64A1}"/>
              </a:ext>
            </a:extLst>
          </p:cNvPr>
          <p:cNvCxnSpPr/>
          <p:nvPr/>
        </p:nvCxnSpPr>
        <p:spPr>
          <a:xfrm>
            <a:off x="5594555" y="2184999"/>
            <a:ext cx="0" cy="16790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B2B0077-1B7D-2E42-5D70-C4CE6BB5F107}"/>
              </a:ext>
            </a:extLst>
          </p:cNvPr>
          <p:cNvSpPr txBox="1"/>
          <p:nvPr/>
        </p:nvSpPr>
        <p:spPr>
          <a:xfrm>
            <a:off x="2124727" y="4553907"/>
            <a:ext cx="1848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Robust positively marked 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EE2763-9E77-FC83-903B-F77A74EDFAD8}"/>
              </a:ext>
            </a:extLst>
          </p:cNvPr>
          <p:cNvSpPr txBox="1"/>
          <p:nvPr/>
        </p:nvSpPr>
        <p:spPr>
          <a:xfrm>
            <a:off x="4522502" y="2548942"/>
            <a:ext cx="1526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statistical projects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74D370-170E-BB52-2CAC-40BBBE63EAD8}"/>
              </a:ext>
            </a:extLst>
          </p:cNvPr>
          <p:cNvSpPr txBox="1"/>
          <p:nvPr/>
        </p:nvSpPr>
        <p:spPr>
          <a:xfrm>
            <a:off x="6556518" y="2759911"/>
            <a:ext cx="152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15F573-F85F-A4B7-1508-81D217F072FC}"/>
              </a:ext>
            </a:extLst>
          </p:cNvPr>
          <p:cNvSpPr txBox="1"/>
          <p:nvPr/>
        </p:nvSpPr>
        <p:spPr>
          <a:xfrm>
            <a:off x="7893875" y="5195835"/>
            <a:ext cx="152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2E7782-D632-19B6-DE87-FB7FEA2C7CA9}"/>
              </a:ext>
            </a:extLst>
          </p:cNvPr>
          <p:cNvSpPr txBox="1"/>
          <p:nvPr/>
        </p:nvSpPr>
        <p:spPr>
          <a:xfrm>
            <a:off x="4119315" y="4944911"/>
            <a:ext cx="1526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statistical projects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D4DCFE9-D123-0430-8EF1-BF17835320A4}"/>
              </a:ext>
            </a:extLst>
          </p:cNvPr>
          <p:cNvCxnSpPr/>
          <p:nvPr/>
        </p:nvCxnSpPr>
        <p:spPr>
          <a:xfrm>
            <a:off x="8657304" y="4540962"/>
            <a:ext cx="0" cy="16790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EA8BB82-A1A6-2FF8-98E9-9A0ABDCC2E3E}"/>
              </a:ext>
            </a:extLst>
          </p:cNvPr>
          <p:cNvSpPr txBox="1"/>
          <p:nvPr/>
        </p:nvSpPr>
        <p:spPr>
          <a:xfrm>
            <a:off x="8662690" y="5044159"/>
            <a:ext cx="1526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non-stat projects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72FF43-E180-15CC-7CB1-4182A1ABC895}"/>
              </a:ext>
            </a:extLst>
          </p:cNvPr>
          <p:cNvCxnSpPr/>
          <p:nvPr/>
        </p:nvCxnSpPr>
        <p:spPr>
          <a:xfrm flipH="1">
            <a:off x="4628199" y="4001729"/>
            <a:ext cx="337091" cy="363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6BBB71-72D6-E755-74A0-EC314376F307}"/>
              </a:ext>
            </a:extLst>
          </p:cNvPr>
          <p:cNvCxnSpPr>
            <a:cxnSpLocks/>
          </p:cNvCxnSpPr>
          <p:nvPr/>
        </p:nvCxnSpPr>
        <p:spPr>
          <a:xfrm>
            <a:off x="7226712" y="4013148"/>
            <a:ext cx="1248695" cy="3893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8B2A37A-9E2C-B7FC-5442-99B41B739C6F}"/>
              </a:ext>
            </a:extLst>
          </p:cNvPr>
          <p:cNvSpPr txBox="1"/>
          <p:nvPr/>
        </p:nvSpPr>
        <p:spPr>
          <a:xfrm>
            <a:off x="9748684" y="4553906"/>
            <a:ext cx="2182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Rest combination non-stat &amp; ?</a:t>
            </a:r>
          </a:p>
        </p:txBody>
      </p:sp>
    </p:spTree>
    <p:extLst>
      <p:ext uri="{BB962C8B-B14F-4D97-AF65-F5344CB8AC3E}">
        <p14:creationId xmlns:p14="http://schemas.microsoft.com/office/powerpoint/2010/main" val="4069746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AE87A-6775-28AE-C113-D507710C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75A76-A8D5-F17F-BA1F-39846FD75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3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A02A04E-CB41-5AD6-8496-1D4669531E36}"/>
              </a:ext>
            </a:extLst>
          </p:cNvPr>
          <p:cNvSpPr txBox="1"/>
          <p:nvPr/>
        </p:nvSpPr>
        <p:spPr>
          <a:xfrm>
            <a:off x="213806" y="1289783"/>
            <a:ext cx="11522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Precondition: 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	Available training set available as projects that have been marked as statistical by reporters by purpose codes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	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5DF92A-4C98-9AEC-F886-CB927DDE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approach: </a:t>
            </a:r>
            <a:r>
              <a:rPr lang="en-US" dirty="0" err="1"/>
              <a:t>XGBoost</a:t>
            </a:r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D865D8-14D1-D112-3DD7-FBAF1D10B0C4}"/>
              </a:ext>
            </a:extLst>
          </p:cNvPr>
          <p:cNvSpPr/>
          <p:nvPr/>
        </p:nvSpPr>
        <p:spPr>
          <a:xfrm>
            <a:off x="4502838" y="2184999"/>
            <a:ext cx="3353136" cy="167907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accent5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14604E-3617-0A86-1B86-A6FBD648AE3D}"/>
              </a:ext>
            </a:extLst>
          </p:cNvPr>
          <p:cNvSpPr/>
          <p:nvPr/>
        </p:nvSpPr>
        <p:spPr>
          <a:xfrm>
            <a:off x="4064967" y="4540768"/>
            <a:ext cx="1126465" cy="1679079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accent5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767B4-A1D4-EBA8-D4BA-00C623B8BB62}"/>
              </a:ext>
            </a:extLst>
          </p:cNvPr>
          <p:cNvSpPr/>
          <p:nvPr/>
        </p:nvSpPr>
        <p:spPr>
          <a:xfrm>
            <a:off x="7384027" y="4527786"/>
            <a:ext cx="2182760" cy="167907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accent5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A20CE3-7546-2421-0473-9042AA04DF1E}"/>
              </a:ext>
            </a:extLst>
          </p:cNvPr>
          <p:cNvCxnSpPr/>
          <p:nvPr/>
        </p:nvCxnSpPr>
        <p:spPr>
          <a:xfrm>
            <a:off x="5594555" y="2184999"/>
            <a:ext cx="0" cy="16790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B7D5626-3D6E-18E2-5422-B451A939AE6B}"/>
              </a:ext>
            </a:extLst>
          </p:cNvPr>
          <p:cNvSpPr txBox="1"/>
          <p:nvPr/>
        </p:nvSpPr>
        <p:spPr>
          <a:xfrm>
            <a:off x="2041646" y="4549504"/>
            <a:ext cx="2099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Robust training </a:t>
            </a:r>
          </a:p>
          <a:p>
            <a:r>
              <a:rPr lang="en-US" b="1" dirty="0">
                <a:solidFill>
                  <a:schemeClr val="accent2"/>
                </a:solidFill>
              </a:rPr>
              <a:t>and validation set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FAED8F-EFA2-3523-4EED-2689554D534D}"/>
              </a:ext>
            </a:extLst>
          </p:cNvPr>
          <p:cNvSpPr txBox="1"/>
          <p:nvPr/>
        </p:nvSpPr>
        <p:spPr>
          <a:xfrm>
            <a:off x="4522502" y="2548942"/>
            <a:ext cx="1526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statistical projects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15B5B7-C99A-1A73-2552-C086E2A05B55}"/>
              </a:ext>
            </a:extLst>
          </p:cNvPr>
          <p:cNvSpPr txBox="1"/>
          <p:nvPr/>
        </p:nvSpPr>
        <p:spPr>
          <a:xfrm>
            <a:off x="6556518" y="2759911"/>
            <a:ext cx="152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B792C-36CE-FA13-6213-9333B0E88083}"/>
              </a:ext>
            </a:extLst>
          </p:cNvPr>
          <p:cNvSpPr txBox="1"/>
          <p:nvPr/>
        </p:nvSpPr>
        <p:spPr>
          <a:xfrm>
            <a:off x="7893875" y="5195835"/>
            <a:ext cx="152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45059-BD16-6E7A-5537-937667F8B4CE}"/>
              </a:ext>
            </a:extLst>
          </p:cNvPr>
          <p:cNvSpPr txBox="1"/>
          <p:nvPr/>
        </p:nvSpPr>
        <p:spPr>
          <a:xfrm>
            <a:off x="4119315" y="4944911"/>
            <a:ext cx="1526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statistical projects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491D75-1A12-B071-1EE2-6A07AB28E46D}"/>
              </a:ext>
            </a:extLst>
          </p:cNvPr>
          <p:cNvCxnSpPr/>
          <p:nvPr/>
        </p:nvCxnSpPr>
        <p:spPr>
          <a:xfrm>
            <a:off x="8657304" y="4540962"/>
            <a:ext cx="0" cy="16790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5B1F8E-C7E0-58D9-99E8-57D4EE46981C}"/>
              </a:ext>
            </a:extLst>
          </p:cNvPr>
          <p:cNvCxnSpPr/>
          <p:nvPr/>
        </p:nvCxnSpPr>
        <p:spPr>
          <a:xfrm flipH="1">
            <a:off x="4628199" y="4001729"/>
            <a:ext cx="337091" cy="363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6BC136-4098-BF58-E93E-0ECD3804AADC}"/>
              </a:ext>
            </a:extLst>
          </p:cNvPr>
          <p:cNvCxnSpPr>
            <a:cxnSpLocks/>
          </p:cNvCxnSpPr>
          <p:nvPr/>
        </p:nvCxnSpPr>
        <p:spPr>
          <a:xfrm>
            <a:off x="7226712" y="4013148"/>
            <a:ext cx="1248695" cy="3893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D103AD3-B428-6766-E2A2-EE6AF9703519}"/>
              </a:ext>
            </a:extLst>
          </p:cNvPr>
          <p:cNvSpPr/>
          <p:nvPr/>
        </p:nvSpPr>
        <p:spPr>
          <a:xfrm>
            <a:off x="5225075" y="4562487"/>
            <a:ext cx="950892" cy="1644377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5">
                <a:lumMod val="8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93BD17-BBAC-58B8-622C-D9B16F628B36}"/>
              </a:ext>
            </a:extLst>
          </p:cNvPr>
          <p:cNvSpPr txBox="1"/>
          <p:nvPr/>
        </p:nvSpPr>
        <p:spPr>
          <a:xfrm>
            <a:off x="5209678" y="4944911"/>
            <a:ext cx="1526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non-stat projects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F5DB7-ED71-278C-D4E8-ACDE5A326CC7}"/>
              </a:ext>
            </a:extLst>
          </p:cNvPr>
          <p:cNvSpPr txBox="1"/>
          <p:nvPr/>
        </p:nvSpPr>
        <p:spPr>
          <a:xfrm>
            <a:off x="8657304" y="5044159"/>
            <a:ext cx="1526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non-stat projects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59E6B08-B0BC-E37E-7057-4C0F9259FD51}"/>
                  </a:ext>
                </a:extLst>
              </p14:cNvPr>
              <p14:cNvContentPartPr/>
              <p14:nvPr/>
            </p14:nvContentPartPr>
            <p14:xfrm>
              <a:off x="5703027" y="6243348"/>
              <a:ext cx="3421800" cy="453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59E6B08-B0BC-E37E-7057-4C0F9259FD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94027" y="6234348"/>
                <a:ext cx="3439440" cy="47088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4C3525C-68CB-B3DA-6F74-4C79BE0A09BB}"/>
              </a:ext>
            </a:extLst>
          </p:cNvPr>
          <p:cNvSpPr txBox="1"/>
          <p:nvPr/>
        </p:nvSpPr>
        <p:spPr>
          <a:xfrm>
            <a:off x="9790135" y="4539924"/>
            <a:ext cx="2099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Test set</a:t>
            </a:r>
          </a:p>
        </p:txBody>
      </p:sp>
    </p:spTree>
    <p:extLst>
      <p:ext uri="{BB962C8B-B14F-4D97-AF65-F5344CB8AC3E}">
        <p14:creationId xmlns:p14="http://schemas.microsoft.com/office/powerpoint/2010/main" val="4240582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A3DB4-6A59-DAFD-CC77-53F827779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AD2B-E485-4E8B-0108-DA0ED518F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 Science approach: </a:t>
            </a:r>
            <a:r>
              <a:rPr lang="en-US" sz="2800" dirty="0" err="1"/>
              <a:t>XGBoost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FEA15-87BC-C2AE-8519-C0E2B9CDB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72FB24-772B-3687-7AFF-E4D7E2F01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464" y="1209368"/>
            <a:ext cx="5279653" cy="5648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97FBB3-BDA3-AAED-BBD2-080234696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5" y="1276333"/>
            <a:ext cx="6309339" cy="489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39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FDC63-4DE5-EE4F-0117-59CEE8142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C688D-EC09-BEFF-4A78-E21CF27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Open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84E9A-2318-C6C5-CF05-B487E1D4E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6D3BE-AA14-3BE7-F789-1821FF3E2FF8}"/>
              </a:ext>
            </a:extLst>
          </p:cNvPr>
          <p:cNvSpPr txBox="1"/>
          <p:nvPr/>
        </p:nvSpPr>
        <p:spPr>
          <a:xfrm>
            <a:off x="1331599" y="2067470"/>
            <a:ext cx="877037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Open questions: </a:t>
            </a:r>
          </a:p>
          <a:p>
            <a:r>
              <a:rPr lang="en-US" sz="2000" b="1" dirty="0">
                <a:solidFill>
                  <a:schemeClr val="accent2"/>
                </a:solidFill>
              </a:rPr>
              <a:t>	</a:t>
            </a:r>
            <a:endParaRPr lang="en-US" dirty="0">
              <a:solidFill>
                <a:schemeClr val="accent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2"/>
                </a:solidFill>
              </a:rPr>
              <a:t>Frequency based vs data science approach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2"/>
                </a:solidFill>
              </a:rPr>
              <a:t>R vs Python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2"/>
                </a:solidFill>
              </a:rPr>
              <a:t>CSA classification update (5 -&gt; 7 categories)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2"/>
                </a:solidFill>
              </a:rPr>
              <a:t>Methodology note currently showing </a:t>
            </a:r>
            <a:r>
              <a:rPr lang="en-US" sz="2000" b="1" dirty="0" err="1">
                <a:solidFill>
                  <a:schemeClr val="accent2"/>
                </a:solidFill>
              </a:rPr>
              <a:t>XGBoost</a:t>
            </a:r>
            <a:endParaRPr lang="en-US" sz="2000" b="1" dirty="0">
              <a:solidFill>
                <a:schemeClr val="accent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2"/>
                </a:solidFill>
              </a:rPr>
              <a:t>No mentions of methodology in PRESS 2024 report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2"/>
                </a:solidFill>
              </a:rPr>
              <a:t>(Variance estimation: single figure in report e.g. 799 Billion USD)  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b="1" dirty="0">
              <a:solidFill>
                <a:schemeClr val="accent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78785"/>
      </p:ext>
    </p:extLst>
  </p:cSld>
  <p:clrMapOvr>
    <a:masterClrMapping/>
  </p:clrMapOvr>
</p:sld>
</file>

<file path=ppt/theme/theme1.xml><?xml version="1.0" encoding="utf-8"?>
<a:theme xmlns:a="http://schemas.openxmlformats.org/drawingml/2006/main" name="2_Conception personnalisée">
  <a:themeElements>
    <a:clrScheme name="Personnalisé 1">
      <a:dk1>
        <a:srgbClr val="009B9D"/>
      </a:dk1>
      <a:lt1>
        <a:srgbClr val="EB6651"/>
      </a:lt1>
      <a:dk2>
        <a:srgbClr val="EC9A3B"/>
      </a:dk2>
      <a:lt2>
        <a:srgbClr val="A46A25"/>
      </a:lt2>
      <a:accent1>
        <a:srgbClr val="2F2F2F"/>
      </a:accent1>
      <a:accent2>
        <a:srgbClr val="656565"/>
      </a:accent2>
      <a:accent3>
        <a:srgbClr val="A5A5A5"/>
      </a:accent3>
      <a:accent4>
        <a:srgbClr val="EDEDED"/>
      </a:accent4>
      <a:accent5>
        <a:srgbClr val="FFFFFF"/>
      </a:accent5>
      <a:accent6>
        <a:srgbClr val="FFFFFF"/>
      </a:accent6>
      <a:hlink>
        <a:srgbClr val="A46A25"/>
      </a:hlink>
      <a:folHlink>
        <a:srgbClr val="A46A2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9FF69887386043AE52AE0482D09D81" ma:contentTypeVersion="0" ma:contentTypeDescription="Create a new document." ma:contentTypeScope="" ma:versionID="f9a96c903f5f8b9cb6ce76fc674012a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190EF8-66FA-4B29-AB70-02E8B3934D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1EFA1F3-B1B7-4E85-B173-A252EB4424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86891B-4669-48A6-9227-8438B252D105}">
  <ds:schemaRefs>
    <ds:schemaRef ds:uri="http://schemas.microsoft.com/office/2006/documentManagement/types"/>
    <ds:schemaRef ds:uri="http://schemas.microsoft.com/office/2006/metadata/properties"/>
    <ds:schemaRef ds:uri="429740f0-934e-48f3-b1b5-74a8c26728bf"/>
    <ds:schemaRef ds:uri="55d38bc1-e2b4-4a36-80a2-8ab356a87cb9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</Words>
  <Application>Microsoft Office PowerPoint</Application>
  <PresentationFormat>Widescreen</PresentationFormat>
  <Paragraphs>92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Cambria Math</vt:lpstr>
      <vt:lpstr>Century Gothic</vt:lpstr>
      <vt:lpstr>Verdana</vt:lpstr>
      <vt:lpstr>2_Conception personnalisée</vt:lpstr>
      <vt:lpstr>PRESS methodology Modernization</vt:lpstr>
      <vt:lpstr>Content</vt:lpstr>
      <vt:lpstr>Preparation: CRS &amp; keywords</vt:lpstr>
      <vt:lpstr>Current Methodology </vt:lpstr>
      <vt:lpstr>Former Frequency-based approach </vt:lpstr>
      <vt:lpstr>Data Science approach: XGBoost </vt:lpstr>
      <vt:lpstr>Data Science approach: XGBoost </vt:lpstr>
      <vt:lpstr>Data Science approach: XGBoost </vt:lpstr>
      <vt:lpstr>Open questions</vt:lpstr>
    </vt:vector>
  </TitlesOfParts>
  <Company>OECD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PARIS21- promoting better data for better lives</dc:title>
  <dc:creator>POUPON Audrey, SDD/P21</dc:creator>
  <cp:lastModifiedBy>Johannes Abele</cp:lastModifiedBy>
  <cp:revision>66</cp:revision>
  <dcterms:created xsi:type="dcterms:W3CDTF">2019-09-10T09:33:30Z</dcterms:created>
  <dcterms:modified xsi:type="dcterms:W3CDTF">2025-04-08T09:12:23Z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ECDTopic">
    <vt:lpwstr>301;#PARIS21|69a82039-b463-46a0-89db-844dc6ff4751</vt:lpwstr>
  </property>
  <property fmtid="{D5CDD505-2E9C-101B-9397-08002B2CF9AE}" pid="3" name="OECDCountry">
    <vt:lpwstr/>
  </property>
  <property fmtid="{D5CDD505-2E9C-101B-9397-08002B2CF9AE}" pid="4" name="OECDCommittee">
    <vt:lpwstr/>
  </property>
  <property fmtid="{D5CDD505-2E9C-101B-9397-08002B2CF9AE}" pid="5" name="ContentTypeId">
    <vt:lpwstr>0x010100399FF69887386043AE52AE0482D09D81</vt:lpwstr>
  </property>
  <property fmtid="{D5CDD505-2E9C-101B-9397-08002B2CF9AE}" pid="6" name="OECDPWB">
    <vt:lpwstr>306;#5.1.5 Support to Statistics for Results (PARIS21)|1d347b57-e9f6-49f6-a510-0a777e30d8e2</vt:lpwstr>
  </property>
  <property fmtid="{D5CDD505-2E9C-101B-9397-08002B2CF9AE}" pid="7" name="eShareOrganisationTaxHTField0">
    <vt:lpwstr/>
  </property>
  <property fmtid="{D5CDD505-2E9C-101B-9397-08002B2CF9AE}" pid="8" name="OECDKeywords">
    <vt:lpwstr>304;#Management|a2b2dbd4-cb74-4e37-aefa-3822dac38b91;#305;#Board|4fb5ef23-e530-4800-8964-d6d66f65a02e</vt:lpwstr>
  </property>
  <property fmtid="{D5CDD505-2E9C-101B-9397-08002B2CF9AE}" pid="9" name="OECDHorizontalProjects">
    <vt:lpwstr/>
  </property>
  <property fmtid="{D5CDD505-2E9C-101B-9397-08002B2CF9AE}" pid="10" name="d0b6f6ac229144c2899590f0436d9385">
    <vt:lpwstr/>
  </property>
  <property fmtid="{D5CDD505-2E9C-101B-9397-08002B2CF9AE}" pid="11" name="OECDProject">
    <vt:lpwstr/>
  </property>
  <property fmtid="{D5CDD505-2E9C-101B-9397-08002B2CF9AE}" pid="12" name="OECDProjectOwnerStructure">
    <vt:lpwstr>303;#SDD/P21|0aa6a465-61c6-40fb-945e-c5c0f5d33f36</vt:lpwstr>
  </property>
  <property fmtid="{D5CDD505-2E9C-101B-9397-08002B2CF9AE}" pid="13" name="OECDOrganisation">
    <vt:lpwstr/>
  </property>
  <property fmtid="{D5CDD505-2E9C-101B-9397-08002B2CF9AE}" pid="14" name="_docset_NoMedatataSyncRequired">
    <vt:lpwstr>False</vt:lpwstr>
  </property>
</Properties>
</file>